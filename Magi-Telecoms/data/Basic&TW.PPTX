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3"/>
  </p:notesMasterIdLst>
  <p:sldIdLst>
    <p:sldId id="256" r:id="rId3"/>
    <p:sldId id="257" r:id="rId4"/>
    <p:sldId id="261" r:id="rId5"/>
    <p:sldId id="263" r:id="rId6"/>
    <p:sldId id="268" r:id="rId7"/>
    <p:sldId id="265" r:id="rId8"/>
    <p:sldId id="264" r:id="rId9"/>
    <p:sldId id="269" r:id="rId10"/>
    <p:sldId id="260"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upti Verma" initials="TV" lastIdx="2" clrIdx="0">
    <p:extLst>
      <p:ext uri="{19B8F6BF-5375-455C-9EA6-DF929625EA0E}">
        <p15:presenceInfo xmlns:p15="http://schemas.microsoft.com/office/powerpoint/2012/main" userId="S-1-5-21-57989841-1326574676-1606980848-1407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FF0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328" autoAdjust="0"/>
  </p:normalViewPr>
  <p:slideViewPr>
    <p:cSldViewPr snapToGrid="0">
      <p:cViewPr varScale="1">
        <p:scale>
          <a:sx n="66" d="100"/>
          <a:sy n="66" d="100"/>
        </p:scale>
        <p:origin x="180" y="66"/>
      </p:cViewPr>
      <p:guideLst/>
    </p:cSldViewPr>
  </p:slideViewPr>
  <p:notesTextViewPr>
    <p:cViewPr>
      <p:scale>
        <a:sx n="1" d="1"/>
        <a:sy n="1" d="1"/>
      </p:scale>
      <p:origin x="0" y="-186"/>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1-23T16:45:21.562" idx="2">
    <p:pos x="-759" y="521"/>
    <p:text>This is just overview diagram. Detailed handshake diagram for the same is avaible in SFDC tracker documents.</p:text>
    <p:extLst mod="1">
      <p:ext uri="{C676402C-5697-4E1C-873F-D02D1690AC5C}">
        <p15:threadingInfo xmlns:p15="http://schemas.microsoft.com/office/powerpoint/2012/main" timeZoneBias="-33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FAB5CA-2A18-47DC-B877-A059DC6545AB}"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73A28285-A2BC-415C-BB67-D5F03349E326}">
      <dgm:prSet phldrT="[Text]" custT="1"/>
      <dgm:spPr>
        <a:solidFill>
          <a:schemeClr val="bg2">
            <a:lumMod val="50000"/>
          </a:schemeClr>
        </a:solidFill>
      </dgm:spPr>
      <dgm:t>
        <a:bodyPr/>
        <a:lstStyle/>
        <a:p>
          <a:r>
            <a:rPr lang="en-US" sz="4000" dirty="0"/>
            <a:t>MGS (Graeme Cross)</a:t>
          </a:r>
        </a:p>
      </dgm:t>
    </dgm:pt>
    <dgm:pt modelId="{DFCFE100-DEDE-46E3-9148-669FE6BA8B32}" type="parTrans" cxnId="{3F3A5CB1-011D-466D-970F-DABBC355FF54}">
      <dgm:prSet/>
      <dgm:spPr/>
      <dgm:t>
        <a:bodyPr/>
        <a:lstStyle/>
        <a:p>
          <a:endParaRPr lang="en-US"/>
        </a:p>
      </dgm:t>
    </dgm:pt>
    <dgm:pt modelId="{86D0A707-F12B-493C-83BB-D3065D16C183}" type="sibTrans" cxnId="{3F3A5CB1-011D-466D-970F-DABBC355FF54}">
      <dgm:prSet/>
      <dgm:spPr/>
      <dgm:t>
        <a:bodyPr/>
        <a:lstStyle/>
        <a:p>
          <a:endParaRPr lang="en-US"/>
        </a:p>
      </dgm:t>
    </dgm:pt>
    <dgm:pt modelId="{9C74589D-BC16-4173-918C-766A7A51149F}">
      <dgm:prSet phldrT="[Text]" custT="1"/>
      <dgm:spPr>
        <a:solidFill>
          <a:srgbClr val="002060"/>
        </a:solidFill>
      </dgm:spPr>
      <dgm:t>
        <a:bodyPr/>
        <a:lstStyle/>
        <a:p>
          <a:pPr algn="ctr">
            <a:buNone/>
          </a:pPr>
          <a:r>
            <a:rPr lang="en-US" sz="3100" kern="1200" dirty="0">
              <a:solidFill>
                <a:prstClr val="white"/>
              </a:solidFill>
              <a:latin typeface="Calibri" panose="020F0502020204030204"/>
              <a:ea typeface="+mn-ea"/>
              <a:cs typeface="+mn-cs"/>
            </a:rPr>
            <a:t>MUS</a:t>
          </a:r>
          <a:r>
            <a:rPr lang="en-US" sz="3800" kern="1200" dirty="0"/>
            <a:t> </a:t>
          </a:r>
        </a:p>
      </dgm:t>
    </dgm:pt>
    <dgm:pt modelId="{37EDA922-EDDF-4D94-8947-703C2B92BDD6}" type="parTrans" cxnId="{32BC4D49-294D-4FE9-AD75-A63C708E8FAD}">
      <dgm:prSet/>
      <dgm:spPr/>
      <dgm:t>
        <a:bodyPr/>
        <a:lstStyle/>
        <a:p>
          <a:endParaRPr lang="en-US"/>
        </a:p>
      </dgm:t>
    </dgm:pt>
    <dgm:pt modelId="{9CE2F854-8EB1-44AD-84FF-26F3DC6BC749}" type="sibTrans" cxnId="{32BC4D49-294D-4FE9-AD75-A63C708E8FAD}">
      <dgm:prSet/>
      <dgm:spPr/>
      <dgm:t>
        <a:bodyPr/>
        <a:lstStyle/>
        <a:p>
          <a:endParaRPr lang="en-US"/>
        </a:p>
      </dgm:t>
    </dgm:pt>
    <dgm:pt modelId="{5FC4FDAB-7B84-4A08-8BF9-79F5D580F503}">
      <dgm:prSet phldrT="[Text]"/>
      <dgm:spPr>
        <a:solidFill>
          <a:srgbClr val="002060"/>
        </a:solidFill>
      </dgm:spPr>
      <dgm:t>
        <a:bodyPr/>
        <a:lstStyle/>
        <a:p>
          <a:r>
            <a:rPr lang="en-US" dirty="0"/>
            <a:t>MTS</a:t>
          </a:r>
        </a:p>
      </dgm:t>
    </dgm:pt>
    <dgm:pt modelId="{95FEB04C-F522-458F-B991-F1FD835A54FD}" type="parTrans" cxnId="{77278C6A-6298-41B3-84E5-6FB10323C95D}">
      <dgm:prSet/>
      <dgm:spPr/>
      <dgm:t>
        <a:bodyPr/>
        <a:lstStyle/>
        <a:p>
          <a:endParaRPr lang="en-US"/>
        </a:p>
      </dgm:t>
    </dgm:pt>
    <dgm:pt modelId="{A0ACDB95-BC0D-4080-924B-7B6C701254E7}" type="sibTrans" cxnId="{77278C6A-6298-41B3-84E5-6FB10323C95D}">
      <dgm:prSet/>
      <dgm:spPr/>
      <dgm:t>
        <a:bodyPr/>
        <a:lstStyle/>
        <a:p>
          <a:endParaRPr lang="en-US"/>
        </a:p>
      </dgm:t>
    </dgm:pt>
    <dgm:pt modelId="{C77CD5B5-D679-4653-8032-CEEB32740F23}">
      <dgm:prSet phldrT="[Text]"/>
      <dgm:spPr>
        <a:solidFill>
          <a:srgbClr val="002060"/>
        </a:solidFill>
      </dgm:spPr>
      <dgm:t>
        <a:bodyPr/>
        <a:lstStyle/>
        <a:p>
          <a:r>
            <a:rPr lang="en-US" dirty="0"/>
            <a:t>MDS</a:t>
          </a:r>
        </a:p>
      </dgm:t>
    </dgm:pt>
    <dgm:pt modelId="{CC39B870-D9AB-42F8-9331-9E2856E91DE9}" type="parTrans" cxnId="{610646D8-ABD1-4097-97D6-12123B653EFB}">
      <dgm:prSet/>
      <dgm:spPr/>
      <dgm:t>
        <a:bodyPr/>
        <a:lstStyle/>
        <a:p>
          <a:endParaRPr lang="en-US"/>
        </a:p>
      </dgm:t>
    </dgm:pt>
    <dgm:pt modelId="{E7072664-815C-4D39-9C2D-011FE62F9FDC}" type="sibTrans" cxnId="{610646D8-ABD1-4097-97D6-12123B653EFB}">
      <dgm:prSet/>
      <dgm:spPr/>
      <dgm:t>
        <a:bodyPr/>
        <a:lstStyle/>
        <a:p>
          <a:endParaRPr lang="en-US"/>
        </a:p>
      </dgm:t>
    </dgm:pt>
    <dgm:pt modelId="{95A16778-DF7B-4C72-ABAA-37B1EAAA3FDF}">
      <dgm:prSet phldrT="[Text]"/>
      <dgm:spPr>
        <a:solidFill>
          <a:srgbClr val="002060"/>
        </a:solidFill>
      </dgm:spPr>
      <dgm:t>
        <a:bodyPr/>
        <a:lstStyle/>
        <a:p>
          <a:r>
            <a:rPr lang="en-US" dirty="0"/>
            <a:t>Transport</a:t>
          </a:r>
        </a:p>
      </dgm:t>
    </dgm:pt>
    <dgm:pt modelId="{F89F678E-B42A-4E2A-BAA3-B08598933353}" type="parTrans" cxnId="{D6A13916-7776-422E-836A-13E225854B46}">
      <dgm:prSet/>
      <dgm:spPr/>
      <dgm:t>
        <a:bodyPr/>
        <a:lstStyle/>
        <a:p>
          <a:endParaRPr lang="en-US"/>
        </a:p>
      </dgm:t>
    </dgm:pt>
    <dgm:pt modelId="{9CA3D89D-1BF9-4F58-94ED-522CF2122F51}" type="sibTrans" cxnId="{D6A13916-7776-422E-836A-13E225854B46}">
      <dgm:prSet/>
      <dgm:spPr/>
      <dgm:t>
        <a:bodyPr/>
        <a:lstStyle/>
        <a:p>
          <a:endParaRPr lang="en-US"/>
        </a:p>
      </dgm:t>
    </dgm:pt>
    <dgm:pt modelId="{558F97F3-25D8-4C1C-98BF-6BE69A2D1637}">
      <dgm:prSet phldrT="[Text]"/>
      <dgm:spPr>
        <a:solidFill>
          <a:srgbClr val="002060"/>
        </a:solidFill>
      </dgm:spPr>
      <dgm:t>
        <a:bodyPr/>
        <a:lstStyle/>
        <a:p>
          <a:r>
            <a:rPr lang="en-US" dirty="0"/>
            <a:t>Plant and Fleet</a:t>
          </a:r>
        </a:p>
      </dgm:t>
    </dgm:pt>
    <dgm:pt modelId="{166B164F-2C54-4405-A402-652940255565}" type="parTrans" cxnId="{C3AED0B7-9061-451E-B92F-65E1F6795D72}">
      <dgm:prSet/>
      <dgm:spPr/>
      <dgm:t>
        <a:bodyPr/>
        <a:lstStyle/>
        <a:p>
          <a:endParaRPr lang="en-US"/>
        </a:p>
      </dgm:t>
    </dgm:pt>
    <dgm:pt modelId="{C73F123C-4C50-4819-9D0C-20B524A9561F}" type="sibTrans" cxnId="{C3AED0B7-9061-451E-B92F-65E1F6795D72}">
      <dgm:prSet/>
      <dgm:spPr/>
      <dgm:t>
        <a:bodyPr/>
        <a:lstStyle/>
        <a:p>
          <a:endParaRPr lang="en-US"/>
        </a:p>
      </dgm:t>
    </dgm:pt>
    <dgm:pt modelId="{EC5F39D0-812A-4251-98AE-D52C5FF76DEF}" type="pres">
      <dgm:prSet presAssocID="{70FAB5CA-2A18-47DC-B877-A059DC6545AB}" presName="composite" presStyleCnt="0">
        <dgm:presLayoutVars>
          <dgm:chMax val="1"/>
          <dgm:dir/>
          <dgm:resizeHandles val="exact"/>
        </dgm:presLayoutVars>
      </dgm:prSet>
      <dgm:spPr/>
    </dgm:pt>
    <dgm:pt modelId="{8D0C3DCE-5B4E-4DA9-9814-A17901247D2F}" type="pres">
      <dgm:prSet presAssocID="{73A28285-A2BC-415C-BB67-D5F03349E326}" presName="roof" presStyleLbl="dkBgShp" presStyleIdx="0" presStyleCnt="2" custScaleY="42547"/>
      <dgm:spPr/>
    </dgm:pt>
    <dgm:pt modelId="{79B4893A-A488-4161-AE18-C5F444AD6BCC}" type="pres">
      <dgm:prSet presAssocID="{73A28285-A2BC-415C-BB67-D5F03349E326}" presName="pillars" presStyleCnt="0"/>
      <dgm:spPr/>
    </dgm:pt>
    <dgm:pt modelId="{2F84BDA2-C55A-4CF9-98A7-649CEAC141EB}" type="pres">
      <dgm:prSet presAssocID="{73A28285-A2BC-415C-BB67-D5F03349E326}" presName="pillar1" presStyleLbl="node1" presStyleIdx="0" presStyleCnt="5" custScaleY="30427" custLinFactNeighborX="-61" custLinFactNeighborY="-26398">
        <dgm:presLayoutVars>
          <dgm:bulletEnabled val="1"/>
        </dgm:presLayoutVars>
      </dgm:prSet>
      <dgm:spPr/>
    </dgm:pt>
    <dgm:pt modelId="{A2620D74-E59B-473E-8F86-2FF5AD43E35C}" type="pres">
      <dgm:prSet presAssocID="{5FC4FDAB-7B84-4A08-8BF9-79F5D580F503}" presName="pillarX" presStyleLbl="node1" presStyleIdx="1" presStyleCnt="5" custScaleX="88464" custScaleY="31365" custLinFactNeighborX="1986" custLinFactNeighborY="-26398">
        <dgm:presLayoutVars>
          <dgm:bulletEnabled val="1"/>
        </dgm:presLayoutVars>
      </dgm:prSet>
      <dgm:spPr/>
    </dgm:pt>
    <dgm:pt modelId="{49AA8208-7D0E-42BD-9E27-1C83017CB927}" type="pres">
      <dgm:prSet presAssocID="{C77CD5B5-D679-4653-8032-CEEB32740F23}" presName="pillarX" presStyleLbl="node1" presStyleIdx="2" presStyleCnt="5" custScaleX="81805" custScaleY="31365" custLinFactNeighborX="3864" custLinFactNeighborY="-26398">
        <dgm:presLayoutVars>
          <dgm:bulletEnabled val="1"/>
        </dgm:presLayoutVars>
      </dgm:prSet>
      <dgm:spPr/>
    </dgm:pt>
    <dgm:pt modelId="{39988A4C-416D-4E96-9F0B-832BA4ABCEBB}" type="pres">
      <dgm:prSet presAssocID="{95A16778-DF7B-4C72-ABAA-37B1EAAA3FDF}" presName="pillarX" presStyleLbl="node1" presStyleIdx="3" presStyleCnt="5" custScaleX="77028" custScaleY="31543" custLinFactNeighborX="5297" custLinFactNeighborY="-25749">
        <dgm:presLayoutVars>
          <dgm:bulletEnabled val="1"/>
        </dgm:presLayoutVars>
      </dgm:prSet>
      <dgm:spPr/>
    </dgm:pt>
    <dgm:pt modelId="{15EE1209-F5D4-4428-BDAF-697594442BBD}" type="pres">
      <dgm:prSet presAssocID="{558F97F3-25D8-4C1C-98BF-6BE69A2D1637}" presName="pillarX" presStyleLbl="node1" presStyleIdx="4" presStyleCnt="5" custScaleX="89949" custScaleY="36059" custLinFactNeighborX="7344" custLinFactNeighborY="-22780">
        <dgm:presLayoutVars>
          <dgm:bulletEnabled val="1"/>
        </dgm:presLayoutVars>
      </dgm:prSet>
      <dgm:spPr/>
    </dgm:pt>
    <dgm:pt modelId="{48C455C2-387E-441B-B05B-D435B93CAD6C}" type="pres">
      <dgm:prSet presAssocID="{73A28285-A2BC-415C-BB67-D5F03349E326}" presName="base" presStyleLbl="dkBgShp" presStyleIdx="1" presStyleCnt="2"/>
      <dgm:spPr>
        <a:solidFill>
          <a:schemeClr val="bg2">
            <a:lumMod val="50000"/>
          </a:schemeClr>
        </a:solidFill>
      </dgm:spPr>
    </dgm:pt>
  </dgm:ptLst>
  <dgm:cxnLst>
    <dgm:cxn modelId="{7535ED06-F1FF-49EF-84EC-67EE7799BCE9}" type="presOf" srcId="{9C74589D-BC16-4173-918C-766A7A51149F}" destId="{2F84BDA2-C55A-4CF9-98A7-649CEAC141EB}" srcOrd="0" destOrd="0" presId="urn:microsoft.com/office/officeart/2005/8/layout/hList3"/>
    <dgm:cxn modelId="{D6A13916-7776-422E-836A-13E225854B46}" srcId="{73A28285-A2BC-415C-BB67-D5F03349E326}" destId="{95A16778-DF7B-4C72-ABAA-37B1EAAA3FDF}" srcOrd="3" destOrd="0" parTransId="{F89F678E-B42A-4E2A-BAA3-B08598933353}" sibTransId="{9CA3D89D-1BF9-4F58-94ED-522CF2122F51}"/>
    <dgm:cxn modelId="{605C3267-4387-4BF5-B2B0-798982C8D97D}" type="presOf" srcId="{70FAB5CA-2A18-47DC-B877-A059DC6545AB}" destId="{EC5F39D0-812A-4251-98AE-D52C5FF76DEF}" srcOrd="0" destOrd="0" presId="urn:microsoft.com/office/officeart/2005/8/layout/hList3"/>
    <dgm:cxn modelId="{32BC4D49-294D-4FE9-AD75-A63C708E8FAD}" srcId="{73A28285-A2BC-415C-BB67-D5F03349E326}" destId="{9C74589D-BC16-4173-918C-766A7A51149F}" srcOrd="0" destOrd="0" parTransId="{37EDA922-EDDF-4D94-8947-703C2B92BDD6}" sibTransId="{9CE2F854-8EB1-44AD-84FF-26F3DC6BC749}"/>
    <dgm:cxn modelId="{77278C6A-6298-41B3-84E5-6FB10323C95D}" srcId="{73A28285-A2BC-415C-BB67-D5F03349E326}" destId="{5FC4FDAB-7B84-4A08-8BF9-79F5D580F503}" srcOrd="1" destOrd="0" parTransId="{95FEB04C-F522-458F-B991-F1FD835A54FD}" sibTransId="{A0ACDB95-BC0D-4080-924B-7B6C701254E7}"/>
    <dgm:cxn modelId="{6B77614B-8F8A-4F6F-8A30-DB480C1B03B1}" type="presOf" srcId="{5FC4FDAB-7B84-4A08-8BF9-79F5D580F503}" destId="{A2620D74-E59B-473E-8F86-2FF5AD43E35C}" srcOrd="0" destOrd="0" presId="urn:microsoft.com/office/officeart/2005/8/layout/hList3"/>
    <dgm:cxn modelId="{47337882-B385-4771-8BEE-0D3BCBCBC4FB}" type="presOf" srcId="{95A16778-DF7B-4C72-ABAA-37B1EAAA3FDF}" destId="{39988A4C-416D-4E96-9F0B-832BA4ABCEBB}" srcOrd="0" destOrd="0" presId="urn:microsoft.com/office/officeart/2005/8/layout/hList3"/>
    <dgm:cxn modelId="{3393FF8C-EAE7-4483-B30E-DC998ABC2BCE}" type="presOf" srcId="{C77CD5B5-D679-4653-8032-CEEB32740F23}" destId="{49AA8208-7D0E-42BD-9E27-1C83017CB927}" srcOrd="0" destOrd="0" presId="urn:microsoft.com/office/officeart/2005/8/layout/hList3"/>
    <dgm:cxn modelId="{3F3A5CB1-011D-466D-970F-DABBC355FF54}" srcId="{70FAB5CA-2A18-47DC-B877-A059DC6545AB}" destId="{73A28285-A2BC-415C-BB67-D5F03349E326}" srcOrd="0" destOrd="0" parTransId="{DFCFE100-DEDE-46E3-9148-669FE6BA8B32}" sibTransId="{86D0A707-F12B-493C-83BB-D3065D16C183}"/>
    <dgm:cxn modelId="{C3AED0B7-9061-451E-B92F-65E1F6795D72}" srcId="{73A28285-A2BC-415C-BB67-D5F03349E326}" destId="{558F97F3-25D8-4C1C-98BF-6BE69A2D1637}" srcOrd="4" destOrd="0" parTransId="{166B164F-2C54-4405-A402-652940255565}" sibTransId="{C73F123C-4C50-4819-9D0C-20B524A9561F}"/>
    <dgm:cxn modelId="{610646D8-ABD1-4097-97D6-12123B653EFB}" srcId="{73A28285-A2BC-415C-BB67-D5F03349E326}" destId="{C77CD5B5-D679-4653-8032-CEEB32740F23}" srcOrd="2" destOrd="0" parTransId="{CC39B870-D9AB-42F8-9331-9E2856E91DE9}" sibTransId="{E7072664-815C-4D39-9C2D-011FE62F9FDC}"/>
    <dgm:cxn modelId="{9E85BAE6-69A9-4089-99F9-A97B107E65F5}" type="presOf" srcId="{558F97F3-25D8-4C1C-98BF-6BE69A2D1637}" destId="{15EE1209-F5D4-4428-BDAF-697594442BBD}" srcOrd="0" destOrd="0" presId="urn:microsoft.com/office/officeart/2005/8/layout/hList3"/>
    <dgm:cxn modelId="{BB77DFEB-C58E-48B4-B629-943F51CC139E}" type="presOf" srcId="{73A28285-A2BC-415C-BB67-D5F03349E326}" destId="{8D0C3DCE-5B4E-4DA9-9814-A17901247D2F}" srcOrd="0" destOrd="0" presId="urn:microsoft.com/office/officeart/2005/8/layout/hList3"/>
    <dgm:cxn modelId="{1D63BA6B-1346-4A6B-B342-D072A9F2BFE7}" type="presParOf" srcId="{EC5F39D0-812A-4251-98AE-D52C5FF76DEF}" destId="{8D0C3DCE-5B4E-4DA9-9814-A17901247D2F}" srcOrd="0" destOrd="0" presId="urn:microsoft.com/office/officeart/2005/8/layout/hList3"/>
    <dgm:cxn modelId="{084EDEA6-3C1E-4211-9F1C-FF3D4F908E6F}" type="presParOf" srcId="{EC5F39D0-812A-4251-98AE-D52C5FF76DEF}" destId="{79B4893A-A488-4161-AE18-C5F444AD6BCC}" srcOrd="1" destOrd="0" presId="urn:microsoft.com/office/officeart/2005/8/layout/hList3"/>
    <dgm:cxn modelId="{9B6E7C3C-236F-4213-98D5-22B606CB8825}" type="presParOf" srcId="{79B4893A-A488-4161-AE18-C5F444AD6BCC}" destId="{2F84BDA2-C55A-4CF9-98A7-649CEAC141EB}" srcOrd="0" destOrd="0" presId="urn:microsoft.com/office/officeart/2005/8/layout/hList3"/>
    <dgm:cxn modelId="{9CDADC1F-3169-4640-A1B1-1AEB73B4AB7D}" type="presParOf" srcId="{79B4893A-A488-4161-AE18-C5F444AD6BCC}" destId="{A2620D74-E59B-473E-8F86-2FF5AD43E35C}" srcOrd="1" destOrd="0" presId="urn:microsoft.com/office/officeart/2005/8/layout/hList3"/>
    <dgm:cxn modelId="{8A64D29F-420B-4DEF-9469-8A4927E103FE}" type="presParOf" srcId="{79B4893A-A488-4161-AE18-C5F444AD6BCC}" destId="{49AA8208-7D0E-42BD-9E27-1C83017CB927}" srcOrd="2" destOrd="0" presId="urn:microsoft.com/office/officeart/2005/8/layout/hList3"/>
    <dgm:cxn modelId="{03E15D89-100A-44B9-A4E1-EC571546EC06}" type="presParOf" srcId="{79B4893A-A488-4161-AE18-C5F444AD6BCC}" destId="{39988A4C-416D-4E96-9F0B-832BA4ABCEBB}" srcOrd="3" destOrd="0" presId="urn:microsoft.com/office/officeart/2005/8/layout/hList3"/>
    <dgm:cxn modelId="{FE1AEC6C-F464-4092-85AA-C085A9C3B1C4}" type="presParOf" srcId="{79B4893A-A488-4161-AE18-C5F444AD6BCC}" destId="{15EE1209-F5D4-4428-BDAF-697594442BBD}" srcOrd="4" destOrd="0" presId="urn:microsoft.com/office/officeart/2005/8/layout/hList3"/>
    <dgm:cxn modelId="{CB720DCC-622A-498B-811E-7C4236788968}" type="presParOf" srcId="{EC5F39D0-812A-4251-98AE-D52C5FF76DEF}" destId="{48C455C2-387E-441B-B05B-D435B93CAD6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C3DCE-5B4E-4DA9-9814-A17901247D2F}">
      <dsp:nvSpPr>
        <dsp:cNvPr id="0" name=""/>
        <dsp:cNvSpPr/>
      </dsp:nvSpPr>
      <dsp:spPr>
        <a:xfrm>
          <a:off x="0" y="200469"/>
          <a:ext cx="10964022" cy="593833"/>
        </a:xfrm>
        <a:prstGeom prst="rect">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MGS (Graeme Cross)</a:t>
          </a:r>
        </a:p>
      </dsp:txBody>
      <dsp:txXfrm>
        <a:off x="0" y="200469"/>
        <a:ext cx="10964022" cy="593833"/>
      </dsp:txXfrm>
    </dsp:sp>
    <dsp:sp modelId="{2F84BDA2-C55A-4CF9-98A7-649CEAC141EB}">
      <dsp:nvSpPr>
        <dsp:cNvPr id="0" name=""/>
        <dsp:cNvSpPr/>
      </dsp:nvSpPr>
      <dsp:spPr>
        <a:xfrm>
          <a:off x="2991" y="1441107"/>
          <a:ext cx="2505450" cy="891813"/>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solidFill>
                <a:prstClr val="white"/>
              </a:solidFill>
              <a:latin typeface="Calibri" panose="020F0502020204030204"/>
              <a:ea typeface="+mn-ea"/>
              <a:cs typeface="+mn-cs"/>
            </a:rPr>
            <a:t>MUS</a:t>
          </a:r>
          <a:r>
            <a:rPr lang="en-US" sz="3800" kern="1200" dirty="0"/>
            <a:t> </a:t>
          </a:r>
        </a:p>
      </dsp:txBody>
      <dsp:txXfrm>
        <a:off x="2991" y="1441107"/>
        <a:ext cx="2505450" cy="891813"/>
      </dsp:txXfrm>
    </dsp:sp>
    <dsp:sp modelId="{A2620D74-E59B-473E-8F86-2FF5AD43E35C}">
      <dsp:nvSpPr>
        <dsp:cNvPr id="0" name=""/>
        <dsp:cNvSpPr/>
      </dsp:nvSpPr>
      <dsp:spPr>
        <a:xfrm>
          <a:off x="2559728" y="1427361"/>
          <a:ext cx="2216421" cy="919305"/>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MTS</a:t>
          </a:r>
        </a:p>
      </dsp:txBody>
      <dsp:txXfrm>
        <a:off x="2559728" y="1427361"/>
        <a:ext cx="2216421" cy="919305"/>
      </dsp:txXfrm>
    </dsp:sp>
    <dsp:sp modelId="{49AA8208-7D0E-42BD-9E27-1C83017CB927}">
      <dsp:nvSpPr>
        <dsp:cNvPr id="0" name=""/>
        <dsp:cNvSpPr/>
      </dsp:nvSpPr>
      <dsp:spPr>
        <a:xfrm>
          <a:off x="4823202" y="1427361"/>
          <a:ext cx="2049583" cy="919305"/>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MDS</a:t>
          </a:r>
        </a:p>
      </dsp:txBody>
      <dsp:txXfrm>
        <a:off x="4823202" y="1427361"/>
        <a:ext cx="2049583" cy="919305"/>
      </dsp:txXfrm>
    </dsp:sp>
    <dsp:sp modelId="{39988A4C-416D-4E96-9F0B-832BA4ABCEBB}">
      <dsp:nvSpPr>
        <dsp:cNvPr id="0" name=""/>
        <dsp:cNvSpPr/>
      </dsp:nvSpPr>
      <dsp:spPr>
        <a:xfrm>
          <a:off x="6908689" y="1443774"/>
          <a:ext cx="1929898" cy="92452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Transport</a:t>
          </a:r>
        </a:p>
      </dsp:txBody>
      <dsp:txXfrm>
        <a:off x="6908689" y="1443774"/>
        <a:ext cx="1929898" cy="924522"/>
      </dsp:txXfrm>
    </dsp:sp>
    <dsp:sp modelId="{15EE1209-F5D4-4428-BDAF-697594442BBD}">
      <dsp:nvSpPr>
        <dsp:cNvPr id="0" name=""/>
        <dsp:cNvSpPr/>
      </dsp:nvSpPr>
      <dsp:spPr>
        <a:xfrm>
          <a:off x="8710394" y="1464614"/>
          <a:ext cx="2253627" cy="1056886"/>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Plant and Fleet</a:t>
          </a:r>
        </a:p>
      </dsp:txBody>
      <dsp:txXfrm>
        <a:off x="8710394" y="1464614"/>
        <a:ext cx="2253627" cy="1056886"/>
      </dsp:txXfrm>
    </dsp:sp>
    <dsp:sp modelId="{48C455C2-387E-441B-B05B-D435B93CAD6C}">
      <dsp:nvSpPr>
        <dsp:cNvPr id="0" name=""/>
        <dsp:cNvSpPr/>
      </dsp:nvSpPr>
      <dsp:spPr>
        <a:xfrm>
          <a:off x="0" y="4126233"/>
          <a:ext cx="10964022" cy="325665"/>
        </a:xfrm>
        <a:prstGeom prst="rect">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9E0E9-B6C0-46CB-BB93-CDFAB8EA3FBA}" type="datetimeFigureOut">
              <a:rPr lang="en-IN" smtClean="0"/>
              <a:t>24-01-2020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F8FB9-5E33-4D43-AD06-0CC7F6323357}" type="slidenum">
              <a:rPr lang="en-IN" smtClean="0"/>
              <a:t>‹#›</a:t>
            </a:fld>
            <a:endParaRPr lang="en-IN"/>
          </a:p>
        </p:txBody>
      </p:sp>
    </p:spTree>
    <p:extLst>
      <p:ext uri="{BB962C8B-B14F-4D97-AF65-F5344CB8AC3E}">
        <p14:creationId xmlns:p14="http://schemas.microsoft.com/office/powerpoint/2010/main" val="2531178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Separate the contracts</a:t>
            </a:r>
          </a:p>
          <a:p>
            <a:r>
              <a:rPr lang="en-IN" dirty="0" err="1"/>
              <a:t>Chk</a:t>
            </a:r>
            <a:r>
              <a:rPr lang="en-IN" dirty="0"/>
              <a:t> </a:t>
            </a:r>
            <a:r>
              <a:rPr lang="en-IN" dirty="0" err="1"/>
              <a:t>Xtium</a:t>
            </a:r>
            <a:endParaRPr lang="en-IN" dirty="0"/>
          </a:p>
          <a:p>
            <a:r>
              <a:rPr lang="en-IN" dirty="0"/>
              <a:t>System testing automation</a:t>
            </a:r>
          </a:p>
          <a:p>
            <a:r>
              <a:rPr lang="en-IN" dirty="0"/>
              <a:t> </a:t>
            </a:r>
            <a:r>
              <a:rPr lang="en-IN" b="1" dirty="0"/>
              <a:t>Test class coverage</a:t>
            </a:r>
            <a:r>
              <a:rPr lang="en-IN" b="1" baseline="0" dirty="0"/>
              <a:t> &gt; what is it? Is it Regression Testing. &gt; can it be automated &gt; </a:t>
            </a:r>
            <a:r>
              <a:rPr lang="en-IN" b="1" baseline="0" dirty="0" err="1"/>
              <a:t>resuable</a:t>
            </a:r>
            <a:r>
              <a:rPr lang="en-IN" b="1" baseline="0" dirty="0"/>
              <a:t>.</a:t>
            </a:r>
            <a:endParaRPr lang="en-IN" b="1" dirty="0"/>
          </a:p>
        </p:txBody>
      </p:sp>
      <p:sp>
        <p:nvSpPr>
          <p:cNvPr id="4" name="Slide Number Placeholder 3"/>
          <p:cNvSpPr>
            <a:spLocks noGrp="1"/>
          </p:cNvSpPr>
          <p:nvPr>
            <p:ph type="sldNum" sz="quarter" idx="10"/>
          </p:nvPr>
        </p:nvSpPr>
        <p:spPr/>
        <p:txBody>
          <a:bodyPr/>
          <a:lstStyle/>
          <a:p>
            <a:fld id="{509F8FB9-5E33-4D43-AD06-0CC7F6323357}" type="slidenum">
              <a:rPr lang="en-IN" smtClean="0"/>
              <a:t>5</a:t>
            </a:fld>
            <a:endParaRPr lang="en-IN"/>
          </a:p>
        </p:txBody>
      </p:sp>
    </p:spTree>
    <p:extLst>
      <p:ext uri="{BB962C8B-B14F-4D97-AF65-F5344CB8AC3E}">
        <p14:creationId xmlns:p14="http://schemas.microsoft.com/office/powerpoint/2010/main" val="3567740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9AB21CC-647B-4E6D-81D5-F6E2728B37A5}" type="datetimeFigureOut">
              <a:rPr lang="en-IN" smtClean="0"/>
              <a:t>24-01-2020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72352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AB21CC-647B-4E6D-81D5-F6E2728B37A5}" type="datetimeFigureOut">
              <a:rPr lang="en-IN" smtClean="0"/>
              <a:t>24-01-2020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1154309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AB21CC-647B-4E6D-81D5-F6E2728B37A5}" type="datetimeFigureOut">
              <a:rPr lang="en-IN" smtClean="0"/>
              <a:t>24-01-2020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2159136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9AB21CC-647B-4E6D-81D5-F6E2728B37A5}" type="datetimeFigureOut">
              <a:rPr lang="en-IN" smtClean="0"/>
              <a:t>24-01-2020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405318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9AB21CC-647B-4E6D-81D5-F6E2728B37A5}" type="datetimeFigureOut">
              <a:rPr lang="en-IN" smtClean="0"/>
              <a:t>24-01-2020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3053462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9AB21CC-647B-4E6D-81D5-F6E2728B37A5}" type="datetimeFigureOut">
              <a:rPr lang="en-IN" smtClean="0"/>
              <a:t>24-01-2020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679469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AB21CC-647B-4E6D-81D5-F6E2728B37A5}" type="datetimeFigureOut">
              <a:rPr lang="en-IN" smtClean="0"/>
              <a:t>24-01-2020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1434161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9AB21CC-647B-4E6D-81D5-F6E2728B37A5}" type="datetimeFigureOut">
              <a:rPr lang="en-IN" smtClean="0"/>
              <a:t>24-01-2020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31270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9AB21CC-647B-4E6D-81D5-F6E2728B37A5}" type="datetimeFigureOut">
              <a:rPr lang="en-IN" smtClean="0"/>
              <a:t>24-01-2020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217883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AB21CC-647B-4E6D-81D5-F6E2728B37A5}" type="datetimeFigureOut">
              <a:rPr lang="en-IN" smtClean="0"/>
              <a:t>24-01-2020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1473416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AB21CC-647B-4E6D-81D5-F6E2728B37A5}" type="datetimeFigureOut">
              <a:rPr lang="en-IN" smtClean="0"/>
              <a:t>24-01-2020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133162-61F0-410D-8839-2C759123D1A0}" type="slidenum">
              <a:rPr lang="en-IN" smtClean="0"/>
              <a:t>‹#›</a:t>
            </a:fld>
            <a:endParaRPr lang="en-IN"/>
          </a:p>
        </p:txBody>
      </p:sp>
    </p:spTree>
    <p:extLst>
      <p:ext uri="{BB962C8B-B14F-4D97-AF65-F5344CB8AC3E}">
        <p14:creationId xmlns:p14="http://schemas.microsoft.com/office/powerpoint/2010/main" val="885860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6A13DD6-8886-4F0F-9679-7E0D4E7C751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
          <a:stretch/>
        </p:blipFill>
        <p:spPr>
          <a:xfrm>
            <a:off x="0" y="0"/>
            <a:ext cx="10809865" cy="6858000"/>
          </a:xfrm>
          <a:prstGeom prst="rect">
            <a:avLst/>
          </a:prstGeom>
        </p:spPr>
      </p:pic>
      <p:sp>
        <p:nvSpPr>
          <p:cNvPr id="15" name="Right Triangle 14">
            <a:extLst>
              <a:ext uri="{FF2B5EF4-FFF2-40B4-BE49-F238E27FC236}">
                <a16:creationId xmlns:a16="http://schemas.microsoft.com/office/drawing/2014/main" id="{853B98BF-F8F7-4EBC-B4E3-0D0318959B5C}"/>
              </a:ext>
            </a:extLst>
          </p:cNvPr>
          <p:cNvSpPr/>
          <p:nvPr userDrawn="1"/>
        </p:nvSpPr>
        <p:spPr>
          <a:xfrm>
            <a:off x="0" y="0"/>
            <a:ext cx="7188451" cy="6858000"/>
          </a:xfrm>
          <a:prstGeom prst="rtTriangle">
            <a:avLst/>
          </a:prstGeom>
          <a:solidFill>
            <a:srgbClr val="45116C">
              <a:alpha val="71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6B2B8B7C-9F41-4CF7-A918-AE6EC991EC9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53909" y="200678"/>
            <a:ext cx="1388983" cy="407546"/>
          </a:xfrm>
          <a:prstGeom prst="rect">
            <a:avLst/>
          </a:prstGeom>
        </p:spPr>
      </p:pic>
      <p:sp>
        <p:nvSpPr>
          <p:cNvPr id="12" name="Title 1">
            <a:extLst>
              <a:ext uri="{FF2B5EF4-FFF2-40B4-BE49-F238E27FC236}">
                <a16:creationId xmlns:a16="http://schemas.microsoft.com/office/drawing/2014/main" id="{3377004E-987C-4671-8EC3-1DE72A0ABEE0}"/>
              </a:ext>
            </a:extLst>
          </p:cNvPr>
          <p:cNvSpPr>
            <a:spLocks noGrp="1"/>
          </p:cNvSpPr>
          <p:nvPr>
            <p:ph type="title" hasCustomPrompt="1"/>
          </p:nvPr>
        </p:nvSpPr>
        <p:spPr>
          <a:xfrm>
            <a:off x="185164" y="4221600"/>
            <a:ext cx="5138738" cy="796826"/>
          </a:xfrm>
        </p:spPr>
        <p:txBody>
          <a:bodyPr>
            <a:normAutofit/>
          </a:bodyPr>
          <a:lstStyle>
            <a:lvl1pPr>
              <a:defRPr sz="3600" b="1">
                <a:solidFill>
                  <a:schemeClr val="bg1"/>
                </a:solidFill>
              </a:defRPr>
            </a:lvl1pPr>
          </a:lstStyle>
          <a:p>
            <a:r>
              <a:rPr lang="en-US" dirty="0"/>
              <a:t>Edit Master title style</a:t>
            </a:r>
          </a:p>
        </p:txBody>
      </p:sp>
      <p:cxnSp>
        <p:nvCxnSpPr>
          <p:cNvPr id="3" name="Straight Connector 2">
            <a:extLst>
              <a:ext uri="{FF2B5EF4-FFF2-40B4-BE49-F238E27FC236}">
                <a16:creationId xmlns:a16="http://schemas.microsoft.com/office/drawing/2014/main" id="{731C5026-242E-468E-AB02-2B2BB93B3D1F}"/>
              </a:ext>
            </a:extLst>
          </p:cNvPr>
          <p:cNvCxnSpPr>
            <a:cxnSpLocks/>
          </p:cNvCxnSpPr>
          <p:nvPr userDrawn="1"/>
        </p:nvCxnSpPr>
        <p:spPr>
          <a:xfrm>
            <a:off x="185164" y="5018426"/>
            <a:ext cx="431859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E48951A2-002A-4804-AF10-A9F8C8986DA5}"/>
              </a:ext>
            </a:extLst>
          </p:cNvPr>
          <p:cNvSpPr>
            <a:spLocks noGrp="1"/>
          </p:cNvSpPr>
          <p:nvPr>
            <p:ph type="body" sz="half" idx="16"/>
          </p:nvPr>
        </p:nvSpPr>
        <p:spPr>
          <a:xfrm>
            <a:off x="191811" y="5185048"/>
            <a:ext cx="5144601" cy="630204"/>
          </a:xfrm>
        </p:spPr>
        <p:txBody>
          <a:bodyPr>
            <a:norm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lvl1pPr>
              <a:defRPr>
                <a:solidFill>
                  <a:schemeClr val="bg1"/>
                </a:solidFill>
              </a:defRPr>
            </a:lvl1pPr>
          </a:lstStyle>
          <a:p>
            <a:endParaRPr lang="en-US"/>
          </a:p>
          <a:p>
            <a:r>
              <a:rPr lang="en-US"/>
              <a:t>www.zensar.com | </a:t>
            </a:r>
            <a:r>
              <a:rPr lang="de-DE"/>
              <a:t>© </a:t>
            </a:r>
            <a:r>
              <a:rPr lang="en-US"/>
              <a:t>Zensar Technologies 2018</a:t>
            </a:r>
          </a:p>
          <a:p>
            <a:endParaRPr lang="en-US" dirty="0"/>
          </a:p>
        </p:txBody>
      </p:sp>
    </p:spTree>
    <p:extLst>
      <p:ext uri="{BB962C8B-B14F-4D97-AF65-F5344CB8AC3E}">
        <p14:creationId xmlns:p14="http://schemas.microsoft.com/office/powerpoint/2010/main" val="685704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1014BF-0961-0B48-9E30-0355E891CC10}"/>
              </a:ext>
            </a:extLst>
          </p:cNvPr>
          <p:cNvSpPr>
            <a:spLocks noGrp="1"/>
          </p:cNvSpPr>
          <p:nvPr>
            <p:ph type="dt" sz="half" idx="10"/>
          </p:nvPr>
        </p:nvSpPr>
        <p:spPr>
          <a:xfrm>
            <a:off x="838200" y="6506478"/>
            <a:ext cx="2743200" cy="365125"/>
          </a:xfrm>
        </p:spPr>
        <p:txBody>
          <a:bodyPr/>
          <a:lstStyle/>
          <a:p>
            <a:fld id="{2DC99D2D-859C-4E30-979F-24990F85EBC6}" type="datetime1">
              <a:rPr lang="en-US" smtClean="0"/>
              <a:t>1/24/2020</a:t>
            </a:fld>
            <a:endParaRPr lang="en-US"/>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p>
            <a:endParaRPr lang="en-US" dirty="0"/>
          </a:p>
          <a:p>
            <a:r>
              <a:rPr lang="en-US" dirty="0"/>
              <a:t>www.zensar.com | </a:t>
            </a:r>
            <a:r>
              <a:rPr lang="de-DE" dirty="0"/>
              <a:t>© </a:t>
            </a:r>
            <a:r>
              <a:rPr lang="en-US" dirty="0"/>
              <a:t>Zensar Technologies 2018</a:t>
            </a:r>
          </a:p>
          <a:p>
            <a:endParaRPr lang="en-US" dirty="0"/>
          </a:p>
        </p:txBody>
      </p:sp>
      <p:sp>
        <p:nvSpPr>
          <p:cNvPr id="6" name="Slide Number Placeholder 5">
            <a:extLst>
              <a:ext uri="{FF2B5EF4-FFF2-40B4-BE49-F238E27FC236}">
                <a16:creationId xmlns:a16="http://schemas.microsoft.com/office/drawing/2014/main" id="{AD758B8F-94B3-0541-8D70-2666B2B220B3}"/>
              </a:ext>
            </a:extLst>
          </p:cNvPr>
          <p:cNvSpPr>
            <a:spLocks noGrp="1"/>
          </p:cNvSpPr>
          <p:nvPr>
            <p:ph type="sldNum" sz="quarter" idx="12"/>
          </p:nvPr>
        </p:nvSpPr>
        <p:spPr>
          <a:xfrm>
            <a:off x="8610600" y="6506478"/>
            <a:ext cx="2743200" cy="365125"/>
          </a:xfrm>
        </p:spPr>
        <p:txBody>
          <a:bodyPr/>
          <a:lstStyle/>
          <a:p>
            <a:fld id="{9AA6ED64-E086-8F49-8C8D-88791C756DA0}" type="slidenum">
              <a:rPr lang="en-US" smtClean="0"/>
              <a:t>‹#›</a:t>
            </a:fld>
            <a:endParaRPr lang="en-US"/>
          </a:p>
        </p:txBody>
      </p:sp>
      <p:cxnSp>
        <p:nvCxnSpPr>
          <p:cNvPr id="7" name="Straight Connector 6">
            <a:extLst>
              <a:ext uri="{FF2B5EF4-FFF2-40B4-BE49-F238E27FC236}">
                <a16:creationId xmlns:a16="http://schemas.microsoft.com/office/drawing/2014/main" id="{3C962C2A-63A2-45B1-97C7-3754220B4D4E}"/>
              </a:ext>
            </a:extLst>
          </p:cNvPr>
          <p:cNvCxnSpPr/>
          <p:nvPr userDrawn="1"/>
        </p:nvCxnSpPr>
        <p:spPr>
          <a:xfrm>
            <a:off x="0" y="962137"/>
            <a:ext cx="12192000" cy="0"/>
          </a:xfrm>
          <a:prstGeom prst="line">
            <a:avLst/>
          </a:prstGeom>
          <a:ln w="19050">
            <a:solidFill>
              <a:srgbClr val="B90007"/>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F8BA5DF-CC6C-4B75-B040-8C9FFA2F9A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53909" y="214547"/>
            <a:ext cx="1388983" cy="407546"/>
          </a:xfrm>
          <a:prstGeom prst="rect">
            <a:avLst/>
          </a:prstGeom>
        </p:spPr>
      </p:pic>
      <p:sp>
        <p:nvSpPr>
          <p:cNvPr id="9" name="Title 1">
            <a:extLst>
              <a:ext uri="{FF2B5EF4-FFF2-40B4-BE49-F238E27FC236}">
                <a16:creationId xmlns:a16="http://schemas.microsoft.com/office/drawing/2014/main" id="{F8FC414F-908D-412A-963C-07279271779D}"/>
              </a:ext>
            </a:extLst>
          </p:cNvPr>
          <p:cNvSpPr>
            <a:spLocks noGrp="1"/>
          </p:cNvSpPr>
          <p:nvPr>
            <p:ph type="title"/>
          </p:nvPr>
        </p:nvSpPr>
        <p:spPr>
          <a:xfrm>
            <a:off x="115911" y="110179"/>
            <a:ext cx="5782614" cy="796826"/>
          </a:xfrm>
        </p:spPr>
        <p:txBody>
          <a:bodyPr>
            <a:normAutofit/>
          </a:bodyPr>
          <a:lstStyle>
            <a:lvl1pPr>
              <a:defRPr sz="3200"/>
            </a:lvl1pPr>
          </a:lstStyle>
          <a:p>
            <a:r>
              <a:rPr lang="en-US" dirty="0"/>
              <a:t>Click to edit Master title style</a:t>
            </a:r>
          </a:p>
        </p:txBody>
      </p:sp>
    </p:spTree>
    <p:extLst>
      <p:ext uri="{BB962C8B-B14F-4D97-AF65-F5344CB8AC3E}">
        <p14:creationId xmlns:p14="http://schemas.microsoft.com/office/powerpoint/2010/main" val="3991106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1014BF-0961-0B48-9E30-0355E891CC10}"/>
              </a:ext>
            </a:extLst>
          </p:cNvPr>
          <p:cNvSpPr>
            <a:spLocks noGrp="1"/>
          </p:cNvSpPr>
          <p:nvPr>
            <p:ph type="dt" sz="half" idx="10"/>
          </p:nvPr>
        </p:nvSpPr>
        <p:spPr>
          <a:xfrm>
            <a:off x="838200" y="6506478"/>
            <a:ext cx="2743200" cy="365125"/>
          </a:xfrm>
        </p:spPr>
        <p:txBody>
          <a:bodyPr/>
          <a:lstStyle/>
          <a:p>
            <a:fld id="{2DC99D2D-859C-4E30-979F-24990F85EBC6}" type="datetime1">
              <a:rPr lang="en-US" smtClean="0"/>
              <a:t>1/24/2020</a:t>
            </a:fld>
            <a:endParaRPr lang="en-US"/>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p>
            <a:endParaRPr lang="en-US" dirty="0"/>
          </a:p>
          <a:p>
            <a:r>
              <a:rPr lang="en-US" dirty="0"/>
              <a:t>www.zensar.com | </a:t>
            </a:r>
            <a:r>
              <a:rPr lang="de-DE" dirty="0"/>
              <a:t>© </a:t>
            </a:r>
            <a:r>
              <a:rPr lang="en-US" dirty="0"/>
              <a:t>Zensar Technologies 2018</a:t>
            </a:r>
          </a:p>
          <a:p>
            <a:endParaRPr lang="en-US" dirty="0"/>
          </a:p>
        </p:txBody>
      </p:sp>
      <p:sp>
        <p:nvSpPr>
          <p:cNvPr id="6" name="Slide Number Placeholder 5">
            <a:extLst>
              <a:ext uri="{FF2B5EF4-FFF2-40B4-BE49-F238E27FC236}">
                <a16:creationId xmlns:a16="http://schemas.microsoft.com/office/drawing/2014/main" id="{AD758B8F-94B3-0541-8D70-2666B2B220B3}"/>
              </a:ext>
            </a:extLst>
          </p:cNvPr>
          <p:cNvSpPr>
            <a:spLocks noGrp="1"/>
          </p:cNvSpPr>
          <p:nvPr>
            <p:ph type="sldNum" sz="quarter" idx="12"/>
          </p:nvPr>
        </p:nvSpPr>
        <p:spPr>
          <a:xfrm>
            <a:off x="8610600" y="6506478"/>
            <a:ext cx="2743200" cy="365125"/>
          </a:xfrm>
        </p:spPr>
        <p:txBody>
          <a:bodyPr/>
          <a:lstStyle/>
          <a:p>
            <a:fld id="{9AA6ED64-E086-8F49-8C8D-88791C756DA0}" type="slidenum">
              <a:rPr lang="en-US" smtClean="0"/>
              <a:t>‹#›</a:t>
            </a:fld>
            <a:endParaRPr lang="en-US"/>
          </a:p>
        </p:txBody>
      </p:sp>
      <p:cxnSp>
        <p:nvCxnSpPr>
          <p:cNvPr id="7" name="Straight Connector 6">
            <a:extLst>
              <a:ext uri="{FF2B5EF4-FFF2-40B4-BE49-F238E27FC236}">
                <a16:creationId xmlns:a16="http://schemas.microsoft.com/office/drawing/2014/main" id="{3C962C2A-63A2-45B1-97C7-3754220B4D4E}"/>
              </a:ext>
            </a:extLst>
          </p:cNvPr>
          <p:cNvCxnSpPr/>
          <p:nvPr userDrawn="1"/>
        </p:nvCxnSpPr>
        <p:spPr>
          <a:xfrm>
            <a:off x="0" y="962137"/>
            <a:ext cx="12192000" cy="0"/>
          </a:xfrm>
          <a:prstGeom prst="line">
            <a:avLst/>
          </a:prstGeom>
          <a:ln w="19050">
            <a:solidFill>
              <a:srgbClr val="B90007"/>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F8BA5DF-CC6C-4B75-B040-8C9FFA2F9A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53909" y="214547"/>
            <a:ext cx="1388983" cy="407546"/>
          </a:xfrm>
          <a:prstGeom prst="rect">
            <a:avLst/>
          </a:prstGeom>
        </p:spPr>
      </p:pic>
      <p:sp>
        <p:nvSpPr>
          <p:cNvPr id="9" name="Title 1">
            <a:extLst>
              <a:ext uri="{FF2B5EF4-FFF2-40B4-BE49-F238E27FC236}">
                <a16:creationId xmlns:a16="http://schemas.microsoft.com/office/drawing/2014/main" id="{F8FC414F-908D-412A-963C-07279271779D}"/>
              </a:ext>
            </a:extLst>
          </p:cNvPr>
          <p:cNvSpPr>
            <a:spLocks noGrp="1"/>
          </p:cNvSpPr>
          <p:nvPr>
            <p:ph type="title"/>
          </p:nvPr>
        </p:nvSpPr>
        <p:spPr>
          <a:xfrm>
            <a:off x="115911" y="110179"/>
            <a:ext cx="5782614" cy="796826"/>
          </a:xfrm>
        </p:spPr>
        <p:txBody>
          <a:bodyPr>
            <a:normAutofit/>
          </a:bodyPr>
          <a:lstStyle>
            <a:lvl1pPr>
              <a:defRPr sz="3200"/>
            </a:lvl1pPr>
          </a:lstStyle>
          <a:p>
            <a:r>
              <a:rPr lang="en-US" dirty="0"/>
              <a:t>Click to edit Master title style</a:t>
            </a:r>
          </a:p>
        </p:txBody>
      </p:sp>
    </p:spTree>
    <p:extLst>
      <p:ext uri="{BB962C8B-B14F-4D97-AF65-F5344CB8AC3E}">
        <p14:creationId xmlns:p14="http://schemas.microsoft.com/office/powerpoint/2010/main" val="3335771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1014BF-0961-0B48-9E30-0355E891CC10}"/>
              </a:ext>
            </a:extLst>
          </p:cNvPr>
          <p:cNvSpPr>
            <a:spLocks noGrp="1"/>
          </p:cNvSpPr>
          <p:nvPr>
            <p:ph type="dt" sz="half" idx="10"/>
          </p:nvPr>
        </p:nvSpPr>
        <p:spPr>
          <a:xfrm>
            <a:off x="838200" y="6506478"/>
            <a:ext cx="2743200" cy="365125"/>
          </a:xfrm>
        </p:spPr>
        <p:txBody>
          <a:bodyPr/>
          <a:lstStyle/>
          <a:p>
            <a:fld id="{2DC99D2D-859C-4E30-979F-24990F85EBC6}" type="datetime1">
              <a:rPr lang="en-US" smtClean="0"/>
              <a:t>1/24/2020</a:t>
            </a:fld>
            <a:endParaRPr lang="en-US"/>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p>
            <a:endParaRPr lang="en-US" dirty="0"/>
          </a:p>
          <a:p>
            <a:r>
              <a:rPr lang="en-US" dirty="0"/>
              <a:t>www.zensar.com | </a:t>
            </a:r>
            <a:r>
              <a:rPr lang="de-DE" dirty="0"/>
              <a:t>© </a:t>
            </a:r>
            <a:r>
              <a:rPr lang="en-US" dirty="0"/>
              <a:t>Zensar Technologies 2018</a:t>
            </a:r>
          </a:p>
          <a:p>
            <a:endParaRPr lang="en-US" dirty="0"/>
          </a:p>
        </p:txBody>
      </p:sp>
      <p:sp>
        <p:nvSpPr>
          <p:cNvPr id="6" name="Slide Number Placeholder 5">
            <a:extLst>
              <a:ext uri="{FF2B5EF4-FFF2-40B4-BE49-F238E27FC236}">
                <a16:creationId xmlns:a16="http://schemas.microsoft.com/office/drawing/2014/main" id="{AD758B8F-94B3-0541-8D70-2666B2B220B3}"/>
              </a:ext>
            </a:extLst>
          </p:cNvPr>
          <p:cNvSpPr>
            <a:spLocks noGrp="1"/>
          </p:cNvSpPr>
          <p:nvPr>
            <p:ph type="sldNum" sz="quarter" idx="12"/>
          </p:nvPr>
        </p:nvSpPr>
        <p:spPr>
          <a:xfrm>
            <a:off x="8610600" y="6506478"/>
            <a:ext cx="2743200" cy="365125"/>
          </a:xfrm>
        </p:spPr>
        <p:txBody>
          <a:bodyPr/>
          <a:lstStyle/>
          <a:p>
            <a:fld id="{9AA6ED64-E086-8F49-8C8D-88791C756DA0}" type="slidenum">
              <a:rPr lang="en-US" smtClean="0"/>
              <a:t>‹#›</a:t>
            </a:fld>
            <a:endParaRPr lang="en-US"/>
          </a:p>
        </p:txBody>
      </p:sp>
      <p:cxnSp>
        <p:nvCxnSpPr>
          <p:cNvPr id="13" name="Straight Connector 12">
            <a:extLst>
              <a:ext uri="{FF2B5EF4-FFF2-40B4-BE49-F238E27FC236}">
                <a16:creationId xmlns:a16="http://schemas.microsoft.com/office/drawing/2014/main" id="{9C468021-7B91-46FA-9B24-4331D0F36158}"/>
              </a:ext>
            </a:extLst>
          </p:cNvPr>
          <p:cNvCxnSpPr/>
          <p:nvPr userDrawn="1"/>
        </p:nvCxnSpPr>
        <p:spPr>
          <a:xfrm>
            <a:off x="0" y="1375078"/>
            <a:ext cx="12192000" cy="0"/>
          </a:xfrm>
          <a:prstGeom prst="line">
            <a:avLst/>
          </a:prstGeom>
          <a:ln w="19050">
            <a:solidFill>
              <a:srgbClr val="B90007"/>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5B273DD-3573-4266-9D5B-18FC441C4523}"/>
              </a:ext>
            </a:extLst>
          </p:cNvPr>
          <p:cNvSpPr>
            <a:spLocks noGrp="1"/>
          </p:cNvSpPr>
          <p:nvPr>
            <p:ph type="title" hasCustomPrompt="1"/>
          </p:nvPr>
        </p:nvSpPr>
        <p:spPr>
          <a:xfrm>
            <a:off x="264994" y="165310"/>
            <a:ext cx="10515600" cy="1209761"/>
          </a:xfrm>
        </p:spPr>
        <p:txBody>
          <a:bodyPr>
            <a:normAutofit/>
          </a:bodyPr>
          <a:lstStyle>
            <a:lvl1pPr>
              <a:defRPr sz="3200"/>
            </a:lvl1pPr>
          </a:lstStyle>
          <a:p>
            <a:r>
              <a:rPr lang="en-US" dirty="0"/>
              <a:t>Click to edit Master title style</a:t>
            </a:r>
            <a:br>
              <a:rPr lang="en-US" dirty="0"/>
            </a:br>
            <a:endParaRPr lang="en-US" dirty="0"/>
          </a:p>
        </p:txBody>
      </p:sp>
      <p:pic>
        <p:nvPicPr>
          <p:cNvPr id="8" name="Picture 7">
            <a:extLst>
              <a:ext uri="{FF2B5EF4-FFF2-40B4-BE49-F238E27FC236}">
                <a16:creationId xmlns:a16="http://schemas.microsoft.com/office/drawing/2014/main" id="{6AD7E7B1-9887-464B-9010-05EABFBAC16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53909" y="214547"/>
            <a:ext cx="1388983" cy="407546"/>
          </a:xfrm>
          <a:prstGeom prst="rect">
            <a:avLst/>
          </a:prstGeom>
        </p:spPr>
      </p:pic>
    </p:spTree>
    <p:extLst>
      <p:ext uri="{BB962C8B-B14F-4D97-AF65-F5344CB8AC3E}">
        <p14:creationId xmlns:p14="http://schemas.microsoft.com/office/powerpoint/2010/main" val="120241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6A13DD6-8886-4F0F-9679-7E0D4E7C751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
          <a:stretch/>
        </p:blipFill>
        <p:spPr>
          <a:xfrm>
            <a:off x="0" y="0"/>
            <a:ext cx="10809865" cy="6858000"/>
          </a:xfrm>
          <a:prstGeom prst="rect">
            <a:avLst/>
          </a:prstGeom>
        </p:spPr>
      </p:pic>
      <p:sp>
        <p:nvSpPr>
          <p:cNvPr id="15" name="Right Triangle 14">
            <a:extLst>
              <a:ext uri="{FF2B5EF4-FFF2-40B4-BE49-F238E27FC236}">
                <a16:creationId xmlns:a16="http://schemas.microsoft.com/office/drawing/2014/main" id="{853B98BF-F8F7-4EBC-B4E3-0D0318959B5C}"/>
              </a:ext>
            </a:extLst>
          </p:cNvPr>
          <p:cNvSpPr/>
          <p:nvPr userDrawn="1"/>
        </p:nvSpPr>
        <p:spPr>
          <a:xfrm>
            <a:off x="0" y="0"/>
            <a:ext cx="7188451" cy="6858000"/>
          </a:xfrm>
          <a:prstGeom prst="rtTriangle">
            <a:avLst/>
          </a:prstGeom>
          <a:solidFill>
            <a:srgbClr val="45116C">
              <a:alpha val="71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6B2B8B7C-9F41-4CF7-A918-AE6EC991EC9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53909" y="200678"/>
            <a:ext cx="1388983" cy="407546"/>
          </a:xfrm>
          <a:prstGeom prst="rect">
            <a:avLst/>
          </a:prstGeom>
        </p:spPr>
      </p:pic>
      <p:sp>
        <p:nvSpPr>
          <p:cNvPr id="12" name="Title 1">
            <a:extLst>
              <a:ext uri="{FF2B5EF4-FFF2-40B4-BE49-F238E27FC236}">
                <a16:creationId xmlns:a16="http://schemas.microsoft.com/office/drawing/2014/main" id="{3377004E-987C-4671-8EC3-1DE72A0ABEE0}"/>
              </a:ext>
            </a:extLst>
          </p:cNvPr>
          <p:cNvSpPr>
            <a:spLocks noGrp="1"/>
          </p:cNvSpPr>
          <p:nvPr>
            <p:ph type="title" hasCustomPrompt="1"/>
          </p:nvPr>
        </p:nvSpPr>
        <p:spPr>
          <a:xfrm>
            <a:off x="185164" y="4221600"/>
            <a:ext cx="5138738" cy="796826"/>
          </a:xfrm>
        </p:spPr>
        <p:txBody>
          <a:bodyPr>
            <a:normAutofit/>
          </a:bodyPr>
          <a:lstStyle>
            <a:lvl1pPr>
              <a:defRPr sz="3600" b="1">
                <a:solidFill>
                  <a:schemeClr val="bg1"/>
                </a:solidFill>
              </a:defRPr>
            </a:lvl1pPr>
          </a:lstStyle>
          <a:p>
            <a:r>
              <a:rPr lang="en-US" dirty="0"/>
              <a:t>Edit Master title style</a:t>
            </a:r>
          </a:p>
        </p:txBody>
      </p:sp>
      <p:cxnSp>
        <p:nvCxnSpPr>
          <p:cNvPr id="3" name="Straight Connector 2">
            <a:extLst>
              <a:ext uri="{FF2B5EF4-FFF2-40B4-BE49-F238E27FC236}">
                <a16:creationId xmlns:a16="http://schemas.microsoft.com/office/drawing/2014/main" id="{731C5026-242E-468E-AB02-2B2BB93B3D1F}"/>
              </a:ext>
            </a:extLst>
          </p:cNvPr>
          <p:cNvCxnSpPr>
            <a:cxnSpLocks/>
          </p:cNvCxnSpPr>
          <p:nvPr userDrawn="1"/>
        </p:nvCxnSpPr>
        <p:spPr>
          <a:xfrm>
            <a:off x="185164" y="5018426"/>
            <a:ext cx="431859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E48951A2-002A-4804-AF10-A9F8C8986DA5}"/>
              </a:ext>
            </a:extLst>
          </p:cNvPr>
          <p:cNvSpPr>
            <a:spLocks noGrp="1"/>
          </p:cNvSpPr>
          <p:nvPr>
            <p:ph type="body" sz="half" idx="16"/>
          </p:nvPr>
        </p:nvSpPr>
        <p:spPr>
          <a:xfrm>
            <a:off x="191811" y="5185048"/>
            <a:ext cx="5144601" cy="630204"/>
          </a:xfrm>
        </p:spPr>
        <p:txBody>
          <a:bodyPr>
            <a:norm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lvl1pPr>
              <a:defRPr>
                <a:solidFill>
                  <a:schemeClr val="bg1"/>
                </a:solidFill>
              </a:defRPr>
            </a:lvl1pPr>
          </a:lstStyle>
          <a:p>
            <a:endParaRPr lang="en-US"/>
          </a:p>
          <a:p>
            <a:r>
              <a:rPr lang="en-US"/>
              <a:t>www.zensar.com | </a:t>
            </a:r>
            <a:r>
              <a:rPr lang="de-DE"/>
              <a:t>© </a:t>
            </a:r>
            <a:r>
              <a:rPr lang="en-US"/>
              <a:t>Zensar Technologies 2018</a:t>
            </a:r>
          </a:p>
          <a:p>
            <a:endParaRPr lang="en-US" dirty="0"/>
          </a:p>
        </p:txBody>
      </p:sp>
    </p:spTree>
    <p:extLst>
      <p:ext uri="{BB962C8B-B14F-4D97-AF65-F5344CB8AC3E}">
        <p14:creationId xmlns:p14="http://schemas.microsoft.com/office/powerpoint/2010/main" val="1841515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B71FB0A-90BC-4B7E-87E4-A3A14C104C5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0"/>
            <a:ext cx="12192000" cy="6866452"/>
          </a:xfrm>
          <a:prstGeom prst="rect">
            <a:avLst/>
          </a:prstGeom>
        </p:spPr>
      </p:pic>
      <p:pic>
        <p:nvPicPr>
          <p:cNvPr id="11" name="Picture 10">
            <a:extLst>
              <a:ext uri="{FF2B5EF4-FFF2-40B4-BE49-F238E27FC236}">
                <a16:creationId xmlns:a16="http://schemas.microsoft.com/office/drawing/2014/main" id="{BB256C7B-1450-4FEA-9C81-81D63C77C3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7564" y="199292"/>
            <a:ext cx="1525156" cy="445477"/>
          </a:xfrm>
          <a:prstGeom prst="rect">
            <a:avLst/>
          </a:prstGeom>
        </p:spPr>
      </p:pic>
      <p:sp>
        <p:nvSpPr>
          <p:cNvPr id="4" name="Date Placeholder 3">
            <a:extLst>
              <a:ext uri="{FF2B5EF4-FFF2-40B4-BE49-F238E27FC236}">
                <a16:creationId xmlns:a16="http://schemas.microsoft.com/office/drawing/2014/main" id="{711014BF-0961-0B48-9E30-0355E891CC10}"/>
              </a:ext>
            </a:extLst>
          </p:cNvPr>
          <p:cNvSpPr>
            <a:spLocks noGrp="1"/>
          </p:cNvSpPr>
          <p:nvPr>
            <p:ph type="dt" sz="half" idx="10"/>
          </p:nvPr>
        </p:nvSpPr>
        <p:spPr>
          <a:xfrm>
            <a:off x="838200" y="6506478"/>
            <a:ext cx="2743200" cy="365125"/>
          </a:xfrm>
        </p:spPr>
        <p:txBody>
          <a:bodyPr/>
          <a:lstStyle>
            <a:lvl1pPr>
              <a:defRPr>
                <a:solidFill>
                  <a:schemeClr val="bg1"/>
                </a:solidFill>
              </a:defRPr>
            </a:lvl1pPr>
          </a:lstStyle>
          <a:p>
            <a:fld id="{80AC1075-93E8-4C79-A990-CFB4AC2D00D2}" type="datetime1">
              <a:rPr lang="en-US" smtClean="0"/>
              <a:t>1/24/2020</a:t>
            </a:fld>
            <a:endParaRPr lang="en-US" dirty="0"/>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lvl1pPr>
              <a:defRPr>
                <a:solidFill>
                  <a:schemeClr val="bg1"/>
                </a:solidFill>
              </a:defRPr>
            </a:lvl1pPr>
          </a:lstStyle>
          <a:p>
            <a:endParaRPr lang="en-US"/>
          </a:p>
          <a:p>
            <a:r>
              <a:rPr lang="en-US"/>
              <a:t>www.zensar.com | </a:t>
            </a:r>
            <a:r>
              <a:rPr lang="de-DE"/>
              <a:t>© </a:t>
            </a:r>
            <a:r>
              <a:rPr lang="en-US"/>
              <a:t>Zensar Technologies 2018</a:t>
            </a:r>
          </a:p>
          <a:p>
            <a:endParaRPr lang="en-US" dirty="0"/>
          </a:p>
        </p:txBody>
      </p:sp>
      <p:sp>
        <p:nvSpPr>
          <p:cNvPr id="6" name="Slide Number Placeholder 5">
            <a:extLst>
              <a:ext uri="{FF2B5EF4-FFF2-40B4-BE49-F238E27FC236}">
                <a16:creationId xmlns:a16="http://schemas.microsoft.com/office/drawing/2014/main" id="{AD758B8F-94B3-0541-8D70-2666B2B220B3}"/>
              </a:ext>
            </a:extLst>
          </p:cNvPr>
          <p:cNvSpPr>
            <a:spLocks noGrp="1"/>
          </p:cNvSpPr>
          <p:nvPr>
            <p:ph type="sldNum" sz="quarter" idx="12"/>
          </p:nvPr>
        </p:nvSpPr>
        <p:spPr>
          <a:xfrm>
            <a:off x="8610600" y="6506478"/>
            <a:ext cx="2743200" cy="365125"/>
          </a:xfrm>
        </p:spPr>
        <p:txBody>
          <a:bodyPr/>
          <a:lstStyle>
            <a:lvl1pPr>
              <a:defRPr>
                <a:solidFill>
                  <a:schemeClr val="bg1"/>
                </a:solidFill>
              </a:defRPr>
            </a:lvl1pPr>
          </a:lstStyle>
          <a:p>
            <a:fld id="{9AA6ED64-E086-8F49-8C8D-88791C756DA0}" type="slidenum">
              <a:rPr lang="en-US" smtClean="0"/>
              <a:pPr/>
              <a:t>‹#›</a:t>
            </a:fld>
            <a:endParaRPr lang="en-US"/>
          </a:p>
        </p:txBody>
      </p:sp>
      <p:sp>
        <p:nvSpPr>
          <p:cNvPr id="12" name="Title 1">
            <a:extLst>
              <a:ext uri="{FF2B5EF4-FFF2-40B4-BE49-F238E27FC236}">
                <a16:creationId xmlns:a16="http://schemas.microsoft.com/office/drawing/2014/main" id="{3377004E-987C-4671-8EC3-1DE72A0ABEE0}"/>
              </a:ext>
            </a:extLst>
          </p:cNvPr>
          <p:cNvSpPr>
            <a:spLocks noGrp="1"/>
          </p:cNvSpPr>
          <p:nvPr>
            <p:ph type="title" hasCustomPrompt="1"/>
          </p:nvPr>
        </p:nvSpPr>
        <p:spPr>
          <a:xfrm>
            <a:off x="6934200" y="3026361"/>
            <a:ext cx="5138738" cy="796826"/>
          </a:xfrm>
        </p:spPr>
        <p:txBody>
          <a:bodyPr>
            <a:normAutofit/>
          </a:bodyPr>
          <a:lstStyle>
            <a:lvl1pPr>
              <a:defRPr sz="3600" b="1">
                <a:solidFill>
                  <a:schemeClr val="bg1"/>
                </a:solidFill>
              </a:defRPr>
            </a:lvl1pPr>
          </a:lstStyle>
          <a:p>
            <a:r>
              <a:rPr lang="en-US" dirty="0"/>
              <a:t>Edit Master title style</a:t>
            </a:r>
          </a:p>
        </p:txBody>
      </p:sp>
      <p:cxnSp>
        <p:nvCxnSpPr>
          <p:cNvPr id="3" name="Straight Connector 2">
            <a:extLst>
              <a:ext uri="{FF2B5EF4-FFF2-40B4-BE49-F238E27FC236}">
                <a16:creationId xmlns:a16="http://schemas.microsoft.com/office/drawing/2014/main" id="{731C5026-242E-468E-AB02-2B2BB93B3D1F}"/>
              </a:ext>
            </a:extLst>
          </p:cNvPr>
          <p:cNvCxnSpPr>
            <a:cxnSpLocks/>
          </p:cNvCxnSpPr>
          <p:nvPr userDrawn="1"/>
        </p:nvCxnSpPr>
        <p:spPr>
          <a:xfrm>
            <a:off x="6934200" y="3823187"/>
            <a:ext cx="52578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E48951A2-002A-4804-AF10-A9F8C8986DA5}"/>
              </a:ext>
            </a:extLst>
          </p:cNvPr>
          <p:cNvSpPr>
            <a:spLocks noGrp="1"/>
          </p:cNvSpPr>
          <p:nvPr>
            <p:ph type="body" sz="half" idx="16"/>
          </p:nvPr>
        </p:nvSpPr>
        <p:spPr>
          <a:xfrm>
            <a:off x="6940847" y="3989809"/>
            <a:ext cx="5144601" cy="630204"/>
          </a:xfrm>
        </p:spPr>
        <p:txBody>
          <a:bodyPr>
            <a:norm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2322821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7EF063-7E22-4BE4-92D3-D55FF7A3F7E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4226"/>
            <a:ext cx="12192000" cy="6858000"/>
          </a:xfrm>
          <a:prstGeom prst="rect">
            <a:avLst/>
          </a:prstGeom>
        </p:spPr>
      </p:pic>
      <p:pic>
        <p:nvPicPr>
          <p:cNvPr id="11" name="Picture 10">
            <a:extLst>
              <a:ext uri="{FF2B5EF4-FFF2-40B4-BE49-F238E27FC236}">
                <a16:creationId xmlns:a16="http://schemas.microsoft.com/office/drawing/2014/main" id="{BB256C7B-1450-4FEA-9C81-81D63C77C3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7564" y="199292"/>
            <a:ext cx="1525156" cy="445477"/>
          </a:xfrm>
          <a:prstGeom prst="rect">
            <a:avLst/>
          </a:prstGeom>
        </p:spPr>
      </p:pic>
      <p:sp>
        <p:nvSpPr>
          <p:cNvPr id="4" name="Date Placeholder 3">
            <a:extLst>
              <a:ext uri="{FF2B5EF4-FFF2-40B4-BE49-F238E27FC236}">
                <a16:creationId xmlns:a16="http://schemas.microsoft.com/office/drawing/2014/main" id="{711014BF-0961-0B48-9E30-0355E891CC10}"/>
              </a:ext>
            </a:extLst>
          </p:cNvPr>
          <p:cNvSpPr>
            <a:spLocks noGrp="1"/>
          </p:cNvSpPr>
          <p:nvPr>
            <p:ph type="dt" sz="half" idx="10"/>
          </p:nvPr>
        </p:nvSpPr>
        <p:spPr>
          <a:xfrm>
            <a:off x="838200" y="6506478"/>
            <a:ext cx="2743200" cy="365125"/>
          </a:xfrm>
        </p:spPr>
        <p:txBody>
          <a:bodyPr/>
          <a:lstStyle>
            <a:lvl1pPr>
              <a:defRPr>
                <a:solidFill>
                  <a:schemeClr val="bg1"/>
                </a:solidFill>
              </a:defRPr>
            </a:lvl1pPr>
          </a:lstStyle>
          <a:p>
            <a:fld id="{C2B33075-42AA-41C7-A9A4-6494D6170C67}" type="datetime1">
              <a:rPr lang="en-US" smtClean="0"/>
              <a:t>1/24/2020</a:t>
            </a:fld>
            <a:endParaRPr lang="en-US" dirty="0"/>
          </a:p>
        </p:txBody>
      </p:sp>
      <p:sp>
        <p:nvSpPr>
          <p:cNvPr id="5" name="Footer Placeholder 4">
            <a:extLst>
              <a:ext uri="{FF2B5EF4-FFF2-40B4-BE49-F238E27FC236}">
                <a16:creationId xmlns:a16="http://schemas.microsoft.com/office/drawing/2014/main" id="{915482EC-0A4C-D448-AA5A-6DB90BF3AC82}"/>
              </a:ext>
            </a:extLst>
          </p:cNvPr>
          <p:cNvSpPr>
            <a:spLocks noGrp="1"/>
          </p:cNvSpPr>
          <p:nvPr>
            <p:ph type="ftr" sz="quarter" idx="11"/>
          </p:nvPr>
        </p:nvSpPr>
        <p:spPr>
          <a:xfrm>
            <a:off x="4038600" y="6506478"/>
            <a:ext cx="4114800" cy="365125"/>
          </a:xfrm>
        </p:spPr>
        <p:txBody>
          <a:bodyPr/>
          <a:lstStyle>
            <a:lvl1pPr>
              <a:defRPr>
                <a:solidFill>
                  <a:schemeClr val="bg1"/>
                </a:solidFill>
              </a:defRPr>
            </a:lvl1pPr>
          </a:lstStyle>
          <a:p>
            <a:endParaRPr lang="en-US"/>
          </a:p>
          <a:p>
            <a:r>
              <a:rPr lang="en-US"/>
              <a:t>www.zensar.com | </a:t>
            </a:r>
            <a:r>
              <a:rPr lang="de-DE"/>
              <a:t>© </a:t>
            </a:r>
            <a:r>
              <a:rPr lang="en-US"/>
              <a:t>Zensar Technologies 2018</a:t>
            </a:r>
          </a:p>
          <a:p>
            <a:endParaRPr lang="en-US" dirty="0"/>
          </a:p>
        </p:txBody>
      </p:sp>
      <p:sp>
        <p:nvSpPr>
          <p:cNvPr id="6" name="Slide Number Placeholder 5">
            <a:extLst>
              <a:ext uri="{FF2B5EF4-FFF2-40B4-BE49-F238E27FC236}">
                <a16:creationId xmlns:a16="http://schemas.microsoft.com/office/drawing/2014/main" id="{AD758B8F-94B3-0541-8D70-2666B2B220B3}"/>
              </a:ext>
            </a:extLst>
          </p:cNvPr>
          <p:cNvSpPr>
            <a:spLocks noGrp="1"/>
          </p:cNvSpPr>
          <p:nvPr>
            <p:ph type="sldNum" sz="quarter" idx="12"/>
          </p:nvPr>
        </p:nvSpPr>
        <p:spPr>
          <a:xfrm>
            <a:off x="8610600" y="6506478"/>
            <a:ext cx="2743200" cy="365125"/>
          </a:xfrm>
        </p:spPr>
        <p:txBody>
          <a:bodyPr/>
          <a:lstStyle>
            <a:lvl1pPr>
              <a:defRPr>
                <a:solidFill>
                  <a:schemeClr val="bg1"/>
                </a:solidFill>
              </a:defRPr>
            </a:lvl1pPr>
          </a:lstStyle>
          <a:p>
            <a:fld id="{9AA6ED64-E086-8F49-8C8D-88791C756DA0}" type="slidenum">
              <a:rPr lang="en-US" smtClean="0"/>
              <a:pPr/>
              <a:t>‹#›</a:t>
            </a:fld>
            <a:endParaRPr lang="en-US"/>
          </a:p>
        </p:txBody>
      </p:sp>
      <p:sp>
        <p:nvSpPr>
          <p:cNvPr id="12" name="Title 1">
            <a:extLst>
              <a:ext uri="{FF2B5EF4-FFF2-40B4-BE49-F238E27FC236}">
                <a16:creationId xmlns:a16="http://schemas.microsoft.com/office/drawing/2014/main" id="{3377004E-987C-4671-8EC3-1DE72A0ABEE0}"/>
              </a:ext>
            </a:extLst>
          </p:cNvPr>
          <p:cNvSpPr>
            <a:spLocks noGrp="1"/>
          </p:cNvSpPr>
          <p:nvPr>
            <p:ph type="title" hasCustomPrompt="1"/>
          </p:nvPr>
        </p:nvSpPr>
        <p:spPr>
          <a:xfrm>
            <a:off x="6934200" y="3026361"/>
            <a:ext cx="5138738" cy="796826"/>
          </a:xfrm>
        </p:spPr>
        <p:txBody>
          <a:bodyPr>
            <a:normAutofit/>
          </a:bodyPr>
          <a:lstStyle>
            <a:lvl1pPr>
              <a:defRPr sz="3600" b="1">
                <a:solidFill>
                  <a:schemeClr val="tx1"/>
                </a:solidFill>
              </a:defRPr>
            </a:lvl1pPr>
          </a:lstStyle>
          <a:p>
            <a:r>
              <a:rPr lang="en-US" dirty="0"/>
              <a:t>Edit Master title style</a:t>
            </a:r>
          </a:p>
        </p:txBody>
      </p:sp>
      <p:cxnSp>
        <p:nvCxnSpPr>
          <p:cNvPr id="3" name="Straight Connector 2">
            <a:extLst>
              <a:ext uri="{FF2B5EF4-FFF2-40B4-BE49-F238E27FC236}">
                <a16:creationId xmlns:a16="http://schemas.microsoft.com/office/drawing/2014/main" id="{731C5026-242E-468E-AB02-2B2BB93B3D1F}"/>
              </a:ext>
            </a:extLst>
          </p:cNvPr>
          <p:cNvCxnSpPr>
            <a:cxnSpLocks/>
          </p:cNvCxnSpPr>
          <p:nvPr userDrawn="1"/>
        </p:nvCxnSpPr>
        <p:spPr>
          <a:xfrm>
            <a:off x="6934200" y="3823187"/>
            <a:ext cx="52578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E48951A2-002A-4804-AF10-A9F8C8986DA5}"/>
              </a:ext>
            </a:extLst>
          </p:cNvPr>
          <p:cNvSpPr>
            <a:spLocks noGrp="1"/>
          </p:cNvSpPr>
          <p:nvPr>
            <p:ph type="body" sz="half" idx="16"/>
          </p:nvPr>
        </p:nvSpPr>
        <p:spPr>
          <a:xfrm>
            <a:off x="6940847" y="3989809"/>
            <a:ext cx="5144601" cy="630204"/>
          </a:xfrm>
        </p:spPr>
        <p:txBody>
          <a:bodyPr>
            <a:normAutofit/>
          </a:bodyPr>
          <a:lstStyle>
            <a:lvl1pPr marL="0" indent="0">
              <a:buNone/>
              <a:defRPr sz="2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803033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A257A0-06A0-4CA1-BA83-0F15DEF2D2FE}"/>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72BC5D3-6380-4387-A00C-9006FB90A970}"/>
              </a:ext>
            </a:extLst>
          </p:cNvPr>
          <p:cNvSpPr/>
          <p:nvPr userDrawn="1"/>
        </p:nvSpPr>
        <p:spPr>
          <a:xfrm>
            <a:off x="8786468" y="5010381"/>
            <a:ext cx="2775119"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0" cap="none" spc="0" normalizeH="0" baseline="0" noProof="0">
                <a:ln>
                  <a:noFill/>
                </a:ln>
                <a:solidFill>
                  <a:srgbClr val="FFFFFF"/>
                </a:solidFill>
                <a:effectLst/>
                <a:uLnTx/>
                <a:uFillTx/>
                <a:latin typeface="Calibri" panose="020F0502020204030204"/>
                <a:ea typeface="Verdana" panose="020B0604030504040204" pitchFamily="34" charset="0"/>
                <a:cs typeface="Verdana" panose="020B0604030504040204" pitchFamily="34" charset="0"/>
              </a:rPr>
              <a:t>Thank you</a:t>
            </a:r>
            <a:endParaRPr kumimoji="0" lang="en-US" sz="4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DE3C715-33C5-4225-BDE5-79FB3912D4E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84768" y="286525"/>
            <a:ext cx="2269583" cy="662914"/>
          </a:xfrm>
          <a:prstGeom prst="rect">
            <a:avLst/>
          </a:prstGeom>
        </p:spPr>
      </p:pic>
      <p:sp>
        <p:nvSpPr>
          <p:cNvPr id="9" name="Date Placeholder 3">
            <a:extLst>
              <a:ext uri="{FF2B5EF4-FFF2-40B4-BE49-F238E27FC236}">
                <a16:creationId xmlns:a16="http://schemas.microsoft.com/office/drawing/2014/main" id="{EA1EEA3E-3137-41CA-998F-A1303B37EAD9}"/>
              </a:ext>
            </a:extLst>
          </p:cNvPr>
          <p:cNvSpPr>
            <a:spLocks noGrp="1"/>
          </p:cNvSpPr>
          <p:nvPr>
            <p:ph type="dt" sz="half" idx="10"/>
          </p:nvPr>
        </p:nvSpPr>
        <p:spPr>
          <a:xfrm>
            <a:off x="838200" y="6506478"/>
            <a:ext cx="2743200" cy="365125"/>
          </a:xfrm>
        </p:spPr>
        <p:txBody>
          <a:bodyPr/>
          <a:lstStyle>
            <a:lvl1pPr>
              <a:defRPr>
                <a:solidFill>
                  <a:schemeClr val="bg1"/>
                </a:solidFill>
              </a:defRPr>
            </a:lvl1pPr>
          </a:lstStyle>
          <a:p>
            <a:fld id="{C2B33075-42AA-41C7-A9A4-6494D6170C67}" type="datetime1">
              <a:rPr lang="en-US" smtClean="0"/>
              <a:t>1/24/2020</a:t>
            </a:fld>
            <a:endParaRPr lang="en-US" dirty="0"/>
          </a:p>
        </p:txBody>
      </p:sp>
      <p:sp>
        <p:nvSpPr>
          <p:cNvPr id="10" name="Footer Placeholder 4">
            <a:extLst>
              <a:ext uri="{FF2B5EF4-FFF2-40B4-BE49-F238E27FC236}">
                <a16:creationId xmlns:a16="http://schemas.microsoft.com/office/drawing/2014/main" id="{2B0E1CDC-4197-4347-87D8-334FF4B8BC29}"/>
              </a:ext>
            </a:extLst>
          </p:cNvPr>
          <p:cNvSpPr>
            <a:spLocks noGrp="1"/>
          </p:cNvSpPr>
          <p:nvPr>
            <p:ph type="ftr" sz="quarter" idx="11"/>
          </p:nvPr>
        </p:nvSpPr>
        <p:spPr>
          <a:xfrm>
            <a:off x="4038600" y="6506478"/>
            <a:ext cx="4114800" cy="365125"/>
          </a:xfrm>
        </p:spPr>
        <p:txBody>
          <a:bodyPr/>
          <a:lstStyle>
            <a:lvl1pPr>
              <a:defRPr>
                <a:solidFill>
                  <a:schemeClr val="bg1"/>
                </a:solidFill>
              </a:defRPr>
            </a:lvl1pPr>
          </a:lstStyle>
          <a:p>
            <a:endParaRPr lang="en-US"/>
          </a:p>
          <a:p>
            <a:r>
              <a:rPr lang="en-US"/>
              <a:t>www.zensar.com | </a:t>
            </a:r>
            <a:r>
              <a:rPr lang="de-DE"/>
              <a:t>© </a:t>
            </a:r>
            <a:r>
              <a:rPr lang="en-US"/>
              <a:t>Zensar Technologies 2018</a:t>
            </a:r>
          </a:p>
          <a:p>
            <a:endParaRPr lang="en-US" dirty="0"/>
          </a:p>
        </p:txBody>
      </p:sp>
      <p:sp>
        <p:nvSpPr>
          <p:cNvPr id="11" name="Slide Number Placeholder 5">
            <a:extLst>
              <a:ext uri="{FF2B5EF4-FFF2-40B4-BE49-F238E27FC236}">
                <a16:creationId xmlns:a16="http://schemas.microsoft.com/office/drawing/2014/main" id="{79F4DEF4-1728-4A71-9ED4-4EE41FB02C71}"/>
              </a:ext>
            </a:extLst>
          </p:cNvPr>
          <p:cNvSpPr>
            <a:spLocks noGrp="1"/>
          </p:cNvSpPr>
          <p:nvPr>
            <p:ph type="sldNum" sz="quarter" idx="12"/>
          </p:nvPr>
        </p:nvSpPr>
        <p:spPr>
          <a:xfrm>
            <a:off x="8610600" y="6506478"/>
            <a:ext cx="2743200" cy="365125"/>
          </a:xfrm>
        </p:spPr>
        <p:txBody>
          <a:bodyPr/>
          <a:lstStyle>
            <a:lvl1pPr>
              <a:defRPr>
                <a:solidFill>
                  <a:schemeClr val="bg1"/>
                </a:solidFill>
              </a:defRPr>
            </a:lvl1pPr>
          </a:lstStyle>
          <a:p>
            <a:fld id="{9AA6ED64-E086-8F49-8C8D-88791C756DA0}" type="slidenum">
              <a:rPr lang="en-US" smtClean="0"/>
              <a:pPr/>
              <a:t>‹#›</a:t>
            </a:fld>
            <a:endParaRPr lang="en-US"/>
          </a:p>
        </p:txBody>
      </p:sp>
    </p:spTree>
    <p:extLst>
      <p:ext uri="{BB962C8B-B14F-4D97-AF65-F5344CB8AC3E}">
        <p14:creationId xmlns:p14="http://schemas.microsoft.com/office/powerpoint/2010/main" val="20532939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0F4F9BC3-AC91-44D6-95AC-64BFB637C41F}"/>
              </a:ext>
            </a:extLst>
          </p:cNvPr>
          <p:cNvSpPr>
            <a:spLocks noGrp="1"/>
          </p:cNvSpPr>
          <p:nvPr>
            <p:ph type="body" sz="half" idx="2"/>
          </p:nvPr>
        </p:nvSpPr>
        <p:spPr>
          <a:xfrm>
            <a:off x="838200" y="1842747"/>
            <a:ext cx="1713899" cy="1586253"/>
          </a:xfrm>
        </p:spPr>
        <p:txBody>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13" name="Text Placeholder 3">
            <a:extLst>
              <a:ext uri="{FF2B5EF4-FFF2-40B4-BE49-F238E27FC236}">
                <a16:creationId xmlns:a16="http://schemas.microsoft.com/office/drawing/2014/main" id="{2612D2FE-E4E1-4FA0-B18D-6442B6E959A8}"/>
              </a:ext>
            </a:extLst>
          </p:cNvPr>
          <p:cNvSpPr>
            <a:spLocks noGrp="1"/>
          </p:cNvSpPr>
          <p:nvPr>
            <p:ph type="body" sz="half" idx="13"/>
          </p:nvPr>
        </p:nvSpPr>
        <p:spPr>
          <a:xfrm>
            <a:off x="3854356" y="1842747"/>
            <a:ext cx="1713899" cy="1586253"/>
          </a:xfrm>
        </p:spPr>
        <p:txBody>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14" name="Text Placeholder 3">
            <a:extLst>
              <a:ext uri="{FF2B5EF4-FFF2-40B4-BE49-F238E27FC236}">
                <a16:creationId xmlns:a16="http://schemas.microsoft.com/office/drawing/2014/main" id="{946FF19D-248E-4368-82D0-92701B955B26}"/>
              </a:ext>
            </a:extLst>
          </p:cNvPr>
          <p:cNvSpPr>
            <a:spLocks noGrp="1"/>
          </p:cNvSpPr>
          <p:nvPr>
            <p:ph type="body" sz="half" idx="14"/>
          </p:nvPr>
        </p:nvSpPr>
        <p:spPr>
          <a:xfrm>
            <a:off x="6896701" y="1842747"/>
            <a:ext cx="1713899" cy="1586253"/>
          </a:xfrm>
        </p:spPr>
        <p:txBody>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15" name="Text Placeholder 3">
            <a:extLst>
              <a:ext uri="{FF2B5EF4-FFF2-40B4-BE49-F238E27FC236}">
                <a16:creationId xmlns:a16="http://schemas.microsoft.com/office/drawing/2014/main" id="{C29BAC49-0275-4574-8CC2-13D9E44AEFE3}"/>
              </a:ext>
            </a:extLst>
          </p:cNvPr>
          <p:cNvSpPr>
            <a:spLocks noGrp="1"/>
          </p:cNvSpPr>
          <p:nvPr>
            <p:ph type="body" sz="half" idx="15"/>
          </p:nvPr>
        </p:nvSpPr>
        <p:spPr>
          <a:xfrm>
            <a:off x="9790026" y="1842747"/>
            <a:ext cx="1713899" cy="1586253"/>
          </a:xfrm>
        </p:spPr>
        <p:txBody>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16" name="Rectangle 15">
            <a:extLst>
              <a:ext uri="{FF2B5EF4-FFF2-40B4-BE49-F238E27FC236}">
                <a16:creationId xmlns:a16="http://schemas.microsoft.com/office/drawing/2014/main" id="{2DC26F7A-086F-431B-B0AD-83FEB78B95E5}"/>
              </a:ext>
            </a:extLst>
          </p:cNvPr>
          <p:cNvSpPr/>
          <p:nvPr userDrawn="1"/>
        </p:nvSpPr>
        <p:spPr>
          <a:xfrm>
            <a:off x="0" y="3759457"/>
            <a:ext cx="12192000" cy="2432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ate Placeholder 3">
            <a:extLst>
              <a:ext uri="{FF2B5EF4-FFF2-40B4-BE49-F238E27FC236}">
                <a16:creationId xmlns:a16="http://schemas.microsoft.com/office/drawing/2014/main" id="{45A6D422-3F1C-407A-BF86-083718BAAE93}"/>
              </a:ext>
            </a:extLst>
          </p:cNvPr>
          <p:cNvSpPr>
            <a:spLocks noGrp="1"/>
          </p:cNvSpPr>
          <p:nvPr>
            <p:ph type="dt" sz="half" idx="10"/>
          </p:nvPr>
        </p:nvSpPr>
        <p:spPr>
          <a:xfrm>
            <a:off x="838200" y="6506478"/>
            <a:ext cx="2743200" cy="365125"/>
          </a:xfrm>
        </p:spPr>
        <p:txBody>
          <a:bodyPr/>
          <a:lstStyle/>
          <a:p>
            <a:fld id="{2D695064-9507-470B-8D33-CD71DCA37392}" type="datetime1">
              <a:rPr lang="en-US" smtClean="0"/>
              <a:t>1/24/2020</a:t>
            </a:fld>
            <a:endParaRPr lang="en-US"/>
          </a:p>
        </p:txBody>
      </p:sp>
      <p:sp>
        <p:nvSpPr>
          <p:cNvPr id="21" name="Footer Placeholder 4">
            <a:extLst>
              <a:ext uri="{FF2B5EF4-FFF2-40B4-BE49-F238E27FC236}">
                <a16:creationId xmlns:a16="http://schemas.microsoft.com/office/drawing/2014/main" id="{B59564A0-7867-4210-A531-4B40570EAFC6}"/>
              </a:ext>
            </a:extLst>
          </p:cNvPr>
          <p:cNvSpPr>
            <a:spLocks noGrp="1"/>
          </p:cNvSpPr>
          <p:nvPr>
            <p:ph type="ftr" sz="quarter" idx="11"/>
          </p:nvPr>
        </p:nvSpPr>
        <p:spPr>
          <a:xfrm>
            <a:off x="4038600" y="6506478"/>
            <a:ext cx="4114800" cy="365125"/>
          </a:xfrm>
        </p:spPr>
        <p:txBody>
          <a:bodyPr/>
          <a:lstStyle/>
          <a:p>
            <a:endParaRPr lang="en-US" dirty="0"/>
          </a:p>
          <a:p>
            <a:r>
              <a:rPr lang="en-US" dirty="0"/>
              <a:t>www.zensar.com | </a:t>
            </a:r>
            <a:r>
              <a:rPr lang="de-DE" dirty="0"/>
              <a:t>© </a:t>
            </a:r>
            <a:r>
              <a:rPr lang="en-US" dirty="0"/>
              <a:t>Zensar Technologies 2018</a:t>
            </a:r>
          </a:p>
          <a:p>
            <a:endParaRPr lang="en-US" dirty="0"/>
          </a:p>
        </p:txBody>
      </p:sp>
      <p:sp>
        <p:nvSpPr>
          <p:cNvPr id="22" name="Slide Number Placeholder 5">
            <a:extLst>
              <a:ext uri="{FF2B5EF4-FFF2-40B4-BE49-F238E27FC236}">
                <a16:creationId xmlns:a16="http://schemas.microsoft.com/office/drawing/2014/main" id="{0667CC76-9186-404E-8022-00DA3D3B9A66}"/>
              </a:ext>
            </a:extLst>
          </p:cNvPr>
          <p:cNvSpPr>
            <a:spLocks noGrp="1"/>
          </p:cNvSpPr>
          <p:nvPr>
            <p:ph type="sldNum" sz="quarter" idx="12"/>
          </p:nvPr>
        </p:nvSpPr>
        <p:spPr>
          <a:xfrm>
            <a:off x="8610600" y="6506478"/>
            <a:ext cx="2743200" cy="365125"/>
          </a:xfrm>
        </p:spPr>
        <p:txBody>
          <a:bodyPr/>
          <a:lstStyle/>
          <a:p>
            <a:fld id="{9AA6ED64-E086-8F49-8C8D-88791C756DA0}" type="slidenum">
              <a:rPr lang="en-US" smtClean="0"/>
              <a:t>‹#›</a:t>
            </a:fld>
            <a:endParaRPr lang="en-US"/>
          </a:p>
        </p:txBody>
      </p:sp>
      <p:cxnSp>
        <p:nvCxnSpPr>
          <p:cNvPr id="23" name="Straight Connector 22">
            <a:extLst>
              <a:ext uri="{FF2B5EF4-FFF2-40B4-BE49-F238E27FC236}">
                <a16:creationId xmlns:a16="http://schemas.microsoft.com/office/drawing/2014/main" id="{ED7EF36F-1FEB-4E5E-8EF9-AE616B945DF6}"/>
              </a:ext>
            </a:extLst>
          </p:cNvPr>
          <p:cNvCxnSpPr/>
          <p:nvPr userDrawn="1"/>
        </p:nvCxnSpPr>
        <p:spPr>
          <a:xfrm>
            <a:off x="0" y="962137"/>
            <a:ext cx="12192000" cy="0"/>
          </a:xfrm>
          <a:prstGeom prst="line">
            <a:avLst/>
          </a:prstGeom>
          <a:ln w="19050">
            <a:solidFill>
              <a:srgbClr val="B90007"/>
            </a:solidFill>
          </a:ln>
        </p:spPr>
        <p:style>
          <a:lnRef idx="1">
            <a:schemeClr val="accent1"/>
          </a:lnRef>
          <a:fillRef idx="0">
            <a:schemeClr val="accent1"/>
          </a:fillRef>
          <a:effectRef idx="0">
            <a:schemeClr val="accent1"/>
          </a:effectRef>
          <a:fontRef idx="minor">
            <a:schemeClr val="tx1"/>
          </a:fontRef>
        </p:style>
      </p:cxnSp>
      <p:sp>
        <p:nvSpPr>
          <p:cNvPr id="25" name="Title 1">
            <a:extLst>
              <a:ext uri="{FF2B5EF4-FFF2-40B4-BE49-F238E27FC236}">
                <a16:creationId xmlns:a16="http://schemas.microsoft.com/office/drawing/2014/main" id="{A5F18068-A573-4B6E-8D91-C265C318BD92}"/>
              </a:ext>
            </a:extLst>
          </p:cNvPr>
          <p:cNvSpPr>
            <a:spLocks noGrp="1"/>
          </p:cNvSpPr>
          <p:nvPr>
            <p:ph type="title"/>
          </p:nvPr>
        </p:nvSpPr>
        <p:spPr>
          <a:xfrm>
            <a:off x="264994" y="165311"/>
            <a:ext cx="10515600" cy="796826"/>
          </a:xfrm>
        </p:spPr>
        <p:txBody>
          <a:bodyPr>
            <a:normAutofit/>
          </a:bodyPr>
          <a:lstStyle>
            <a:lvl1pPr>
              <a:defRPr sz="3600"/>
            </a:lvl1pPr>
          </a:lstStyle>
          <a:p>
            <a:r>
              <a:rPr lang="en-US" dirty="0"/>
              <a:t>Click to edit Master title style</a:t>
            </a:r>
          </a:p>
        </p:txBody>
      </p:sp>
      <p:sp>
        <p:nvSpPr>
          <p:cNvPr id="26" name="Text Placeholder 3">
            <a:extLst>
              <a:ext uri="{FF2B5EF4-FFF2-40B4-BE49-F238E27FC236}">
                <a16:creationId xmlns:a16="http://schemas.microsoft.com/office/drawing/2014/main" id="{9B0129CD-3F44-4C9A-BC79-F380013FA936}"/>
              </a:ext>
            </a:extLst>
          </p:cNvPr>
          <p:cNvSpPr>
            <a:spLocks noGrp="1"/>
          </p:cNvSpPr>
          <p:nvPr>
            <p:ph type="body" sz="half" idx="16"/>
          </p:nvPr>
        </p:nvSpPr>
        <p:spPr>
          <a:xfrm>
            <a:off x="688075" y="3994301"/>
            <a:ext cx="5144601" cy="2038009"/>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27" name="Text Placeholder 3">
            <a:extLst>
              <a:ext uri="{FF2B5EF4-FFF2-40B4-BE49-F238E27FC236}">
                <a16:creationId xmlns:a16="http://schemas.microsoft.com/office/drawing/2014/main" id="{81560CA5-1352-448F-A048-75121107961D}"/>
              </a:ext>
            </a:extLst>
          </p:cNvPr>
          <p:cNvSpPr>
            <a:spLocks noGrp="1"/>
          </p:cNvSpPr>
          <p:nvPr>
            <p:ph type="body" sz="half" idx="17"/>
          </p:nvPr>
        </p:nvSpPr>
        <p:spPr>
          <a:xfrm>
            <a:off x="6520751" y="3994301"/>
            <a:ext cx="4983174" cy="2038009"/>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7" name="Picture 16">
            <a:extLst>
              <a:ext uri="{FF2B5EF4-FFF2-40B4-BE49-F238E27FC236}">
                <a16:creationId xmlns:a16="http://schemas.microsoft.com/office/drawing/2014/main" id="{100CB6CF-8E31-694B-AC2D-571BF38C057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53909" y="214547"/>
            <a:ext cx="1388983" cy="407546"/>
          </a:xfrm>
          <a:prstGeom prst="rect">
            <a:avLst/>
          </a:prstGeom>
        </p:spPr>
      </p:pic>
    </p:spTree>
    <p:extLst>
      <p:ext uri="{BB962C8B-B14F-4D97-AF65-F5344CB8AC3E}">
        <p14:creationId xmlns:p14="http://schemas.microsoft.com/office/powerpoint/2010/main" val="32574784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6330-858B-144D-A166-D351C24B7BE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96D9D5-BD61-D849-B3CF-EA9FFD4C93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CEAA6-3332-5944-BD0C-A119BCA286D9}"/>
              </a:ext>
            </a:extLst>
          </p:cNvPr>
          <p:cNvSpPr>
            <a:spLocks noGrp="1"/>
          </p:cNvSpPr>
          <p:nvPr>
            <p:ph type="dt" sz="half" idx="10"/>
          </p:nvPr>
        </p:nvSpPr>
        <p:spPr/>
        <p:txBody>
          <a:bodyPr/>
          <a:lstStyle/>
          <a:p>
            <a:fld id="{7065EEA1-4900-4762-9805-8DBD85123198}" type="datetime1">
              <a:rPr lang="en-US" smtClean="0"/>
              <a:t>1/24/2020</a:t>
            </a:fld>
            <a:endParaRPr lang="en-US"/>
          </a:p>
        </p:txBody>
      </p:sp>
      <p:sp>
        <p:nvSpPr>
          <p:cNvPr id="5" name="Footer Placeholder 4">
            <a:extLst>
              <a:ext uri="{FF2B5EF4-FFF2-40B4-BE49-F238E27FC236}">
                <a16:creationId xmlns:a16="http://schemas.microsoft.com/office/drawing/2014/main" id="{97F3221F-CD27-794D-B709-587B8930BEDB}"/>
              </a:ext>
            </a:extLst>
          </p:cNvPr>
          <p:cNvSpPr>
            <a:spLocks noGrp="1"/>
          </p:cNvSpPr>
          <p:nvPr>
            <p:ph type="ftr" sz="quarter" idx="11"/>
          </p:nvPr>
        </p:nvSpPr>
        <p:spPr/>
        <p:txBody>
          <a:bodyPr/>
          <a:lstStyle/>
          <a:p>
            <a:r>
              <a:rPr lang="en-US"/>
              <a:t> www.zensar.com | © Zensar Technologies 2018 </a:t>
            </a:r>
          </a:p>
        </p:txBody>
      </p:sp>
      <p:sp>
        <p:nvSpPr>
          <p:cNvPr id="6" name="Slide Number Placeholder 5">
            <a:extLst>
              <a:ext uri="{FF2B5EF4-FFF2-40B4-BE49-F238E27FC236}">
                <a16:creationId xmlns:a16="http://schemas.microsoft.com/office/drawing/2014/main" id="{29ACF0EC-77B7-8B49-83E5-0A4AB11B0DD2}"/>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4047568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1856-B11A-4B46-BE91-EF4199A1AB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989D71-5406-1941-99EA-F53BF84629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27566B-57B4-924B-8892-66BF67A8CC90}"/>
              </a:ext>
            </a:extLst>
          </p:cNvPr>
          <p:cNvSpPr>
            <a:spLocks noGrp="1"/>
          </p:cNvSpPr>
          <p:nvPr>
            <p:ph type="dt" sz="half" idx="10"/>
          </p:nvPr>
        </p:nvSpPr>
        <p:spPr/>
        <p:txBody>
          <a:bodyPr/>
          <a:lstStyle/>
          <a:p>
            <a:fld id="{5AD1F587-BD85-4BDE-8BC2-BB0128056D6A}" type="datetime1">
              <a:rPr lang="en-US" smtClean="0"/>
              <a:t>1/24/2020</a:t>
            </a:fld>
            <a:endParaRPr lang="en-US"/>
          </a:p>
        </p:txBody>
      </p:sp>
      <p:sp>
        <p:nvSpPr>
          <p:cNvPr id="5" name="Footer Placeholder 4">
            <a:extLst>
              <a:ext uri="{FF2B5EF4-FFF2-40B4-BE49-F238E27FC236}">
                <a16:creationId xmlns:a16="http://schemas.microsoft.com/office/drawing/2014/main" id="{F5BBF0D2-1114-4848-BAA5-C2AE78CCE5ED}"/>
              </a:ext>
            </a:extLst>
          </p:cNvPr>
          <p:cNvSpPr>
            <a:spLocks noGrp="1"/>
          </p:cNvSpPr>
          <p:nvPr>
            <p:ph type="ftr" sz="quarter" idx="11"/>
          </p:nvPr>
        </p:nvSpPr>
        <p:spPr/>
        <p:txBody>
          <a:bodyPr/>
          <a:lstStyle/>
          <a:p>
            <a:r>
              <a:rPr lang="en-US"/>
              <a:t> www.zensar.com | © Zensar Technologies 2018 </a:t>
            </a:r>
          </a:p>
        </p:txBody>
      </p:sp>
      <p:sp>
        <p:nvSpPr>
          <p:cNvPr id="6" name="Slide Number Placeholder 5">
            <a:extLst>
              <a:ext uri="{FF2B5EF4-FFF2-40B4-BE49-F238E27FC236}">
                <a16:creationId xmlns:a16="http://schemas.microsoft.com/office/drawing/2014/main" id="{8C8691B0-31E6-9B45-A0EF-1CEB8DEC82F2}"/>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9569053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3DBB-5AFD-044F-BCC6-75BA33FD61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DE28EF-5D20-AB48-B881-70D3600CC98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6FF56F-0865-3740-84DA-C10E72AEF1E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D1EF84-3AB4-DC4A-95BB-5BFC04F2CDB7}"/>
              </a:ext>
            </a:extLst>
          </p:cNvPr>
          <p:cNvSpPr>
            <a:spLocks noGrp="1"/>
          </p:cNvSpPr>
          <p:nvPr>
            <p:ph type="dt" sz="half" idx="10"/>
          </p:nvPr>
        </p:nvSpPr>
        <p:spPr/>
        <p:txBody>
          <a:bodyPr/>
          <a:lstStyle/>
          <a:p>
            <a:fld id="{5D164B47-7730-4989-893E-E694BA5C3A26}" type="datetime1">
              <a:rPr lang="en-US" smtClean="0"/>
              <a:t>1/24/2020</a:t>
            </a:fld>
            <a:endParaRPr lang="en-US"/>
          </a:p>
        </p:txBody>
      </p:sp>
      <p:sp>
        <p:nvSpPr>
          <p:cNvPr id="6" name="Footer Placeholder 5">
            <a:extLst>
              <a:ext uri="{FF2B5EF4-FFF2-40B4-BE49-F238E27FC236}">
                <a16:creationId xmlns:a16="http://schemas.microsoft.com/office/drawing/2014/main" id="{87938C92-5E99-2F48-9E02-5115F639EE45}"/>
              </a:ext>
            </a:extLst>
          </p:cNvPr>
          <p:cNvSpPr>
            <a:spLocks noGrp="1"/>
          </p:cNvSpPr>
          <p:nvPr>
            <p:ph type="ftr" sz="quarter" idx="11"/>
          </p:nvPr>
        </p:nvSpPr>
        <p:spPr/>
        <p:txBody>
          <a:bodyPr/>
          <a:lstStyle/>
          <a:p>
            <a:r>
              <a:rPr lang="en-US"/>
              <a:t> www.zensar.com | © Zensar Technologies 2018 </a:t>
            </a:r>
          </a:p>
        </p:txBody>
      </p:sp>
      <p:sp>
        <p:nvSpPr>
          <p:cNvPr id="7" name="Slide Number Placeholder 6">
            <a:extLst>
              <a:ext uri="{FF2B5EF4-FFF2-40B4-BE49-F238E27FC236}">
                <a16:creationId xmlns:a16="http://schemas.microsoft.com/office/drawing/2014/main" id="{63ACA509-E0F9-CD4A-BBCD-63C0FE84CDA7}"/>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311360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98F0-7D81-0141-B36D-F31AA5301D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6D6319-5251-0C43-857D-97BF257BCB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E7D69BA-94EE-E64C-A89D-7FAF97A21F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1B2A8B-594A-4E49-8E10-EF2322697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3B5840B-F413-3A4A-9A23-CA3991BC48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89857B-6891-DC41-83A2-2C2309884280}"/>
              </a:ext>
            </a:extLst>
          </p:cNvPr>
          <p:cNvSpPr>
            <a:spLocks noGrp="1"/>
          </p:cNvSpPr>
          <p:nvPr>
            <p:ph type="dt" sz="half" idx="10"/>
          </p:nvPr>
        </p:nvSpPr>
        <p:spPr/>
        <p:txBody>
          <a:bodyPr/>
          <a:lstStyle/>
          <a:p>
            <a:fld id="{BF99D150-3C28-4E98-B0C4-41622FAFFEEA}" type="datetime1">
              <a:rPr lang="en-US" smtClean="0"/>
              <a:t>1/24/2020</a:t>
            </a:fld>
            <a:endParaRPr lang="en-US"/>
          </a:p>
        </p:txBody>
      </p:sp>
      <p:sp>
        <p:nvSpPr>
          <p:cNvPr id="8" name="Footer Placeholder 7">
            <a:extLst>
              <a:ext uri="{FF2B5EF4-FFF2-40B4-BE49-F238E27FC236}">
                <a16:creationId xmlns:a16="http://schemas.microsoft.com/office/drawing/2014/main" id="{37098DE9-70B2-4247-B73C-37CA37710852}"/>
              </a:ext>
            </a:extLst>
          </p:cNvPr>
          <p:cNvSpPr>
            <a:spLocks noGrp="1"/>
          </p:cNvSpPr>
          <p:nvPr>
            <p:ph type="ftr" sz="quarter" idx="11"/>
          </p:nvPr>
        </p:nvSpPr>
        <p:spPr/>
        <p:txBody>
          <a:bodyPr/>
          <a:lstStyle/>
          <a:p>
            <a:r>
              <a:rPr lang="en-US"/>
              <a:t> www.zensar.com | © Zensar Technologies 2018 </a:t>
            </a:r>
          </a:p>
        </p:txBody>
      </p:sp>
      <p:sp>
        <p:nvSpPr>
          <p:cNvPr id="9" name="Slide Number Placeholder 8">
            <a:extLst>
              <a:ext uri="{FF2B5EF4-FFF2-40B4-BE49-F238E27FC236}">
                <a16:creationId xmlns:a16="http://schemas.microsoft.com/office/drawing/2014/main" id="{EC4DA358-DAF3-FA4A-A745-C596AF0BE944}"/>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306199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0386-DDF8-8B47-A450-3B063B8386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993083-3E62-3B4D-976A-8FE7A89153A1}"/>
              </a:ext>
            </a:extLst>
          </p:cNvPr>
          <p:cNvSpPr>
            <a:spLocks noGrp="1"/>
          </p:cNvSpPr>
          <p:nvPr>
            <p:ph type="dt" sz="half" idx="10"/>
          </p:nvPr>
        </p:nvSpPr>
        <p:spPr/>
        <p:txBody>
          <a:bodyPr/>
          <a:lstStyle/>
          <a:p>
            <a:fld id="{EB72284A-2EB7-4C66-BC67-AF32010711FC}" type="datetime1">
              <a:rPr lang="en-US" smtClean="0"/>
              <a:t>1/24/2020</a:t>
            </a:fld>
            <a:endParaRPr lang="en-US"/>
          </a:p>
        </p:txBody>
      </p:sp>
      <p:sp>
        <p:nvSpPr>
          <p:cNvPr id="4" name="Footer Placeholder 3">
            <a:extLst>
              <a:ext uri="{FF2B5EF4-FFF2-40B4-BE49-F238E27FC236}">
                <a16:creationId xmlns:a16="http://schemas.microsoft.com/office/drawing/2014/main" id="{85572983-4DF7-EB42-A2F4-405E1F612636}"/>
              </a:ext>
            </a:extLst>
          </p:cNvPr>
          <p:cNvSpPr>
            <a:spLocks noGrp="1"/>
          </p:cNvSpPr>
          <p:nvPr>
            <p:ph type="ftr" sz="quarter" idx="11"/>
          </p:nvPr>
        </p:nvSpPr>
        <p:spPr/>
        <p:txBody>
          <a:bodyPr/>
          <a:lstStyle/>
          <a:p>
            <a:endParaRPr lang="en-US" dirty="0"/>
          </a:p>
          <a:p>
            <a:r>
              <a:rPr lang="en-US" dirty="0"/>
              <a:t>www.zensar.com | </a:t>
            </a:r>
            <a:r>
              <a:rPr lang="de-DE" dirty="0"/>
              <a:t>© </a:t>
            </a:r>
            <a:r>
              <a:rPr lang="en-US" dirty="0"/>
              <a:t>Zensar Technologies 2018</a:t>
            </a:r>
          </a:p>
          <a:p>
            <a:endParaRPr lang="en-US" dirty="0"/>
          </a:p>
        </p:txBody>
      </p:sp>
      <p:sp>
        <p:nvSpPr>
          <p:cNvPr id="5" name="Slide Number Placeholder 4">
            <a:extLst>
              <a:ext uri="{FF2B5EF4-FFF2-40B4-BE49-F238E27FC236}">
                <a16:creationId xmlns:a16="http://schemas.microsoft.com/office/drawing/2014/main" id="{D4F351F4-A272-D64D-864F-51CFED69B0CA}"/>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394041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81D05-8F06-D94F-9CBA-30AC836B5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3BED2E-211A-1D44-9C35-E98115440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2EB0F4-30BB-C144-80B4-372614595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933EF0E4-7644-0846-B667-DA886A4773A4}"/>
              </a:ext>
            </a:extLst>
          </p:cNvPr>
          <p:cNvSpPr>
            <a:spLocks noGrp="1"/>
          </p:cNvSpPr>
          <p:nvPr>
            <p:ph type="dt" sz="half" idx="10"/>
          </p:nvPr>
        </p:nvSpPr>
        <p:spPr/>
        <p:txBody>
          <a:bodyPr/>
          <a:lstStyle/>
          <a:p>
            <a:fld id="{E92EE40E-5356-4951-AF52-EBB7D549493D}" type="datetime1">
              <a:rPr lang="en-US" smtClean="0"/>
              <a:t>1/24/2020</a:t>
            </a:fld>
            <a:endParaRPr lang="en-US"/>
          </a:p>
        </p:txBody>
      </p:sp>
      <p:sp>
        <p:nvSpPr>
          <p:cNvPr id="6" name="Footer Placeholder 5">
            <a:extLst>
              <a:ext uri="{FF2B5EF4-FFF2-40B4-BE49-F238E27FC236}">
                <a16:creationId xmlns:a16="http://schemas.microsoft.com/office/drawing/2014/main" id="{6B8A4D33-E135-D54B-9E43-E0D84230A924}"/>
              </a:ext>
            </a:extLst>
          </p:cNvPr>
          <p:cNvSpPr>
            <a:spLocks noGrp="1"/>
          </p:cNvSpPr>
          <p:nvPr>
            <p:ph type="ftr" sz="quarter" idx="11"/>
          </p:nvPr>
        </p:nvSpPr>
        <p:spPr/>
        <p:txBody>
          <a:bodyPr/>
          <a:lstStyle/>
          <a:p>
            <a:r>
              <a:rPr lang="en-US"/>
              <a:t> www.zensar.com | © Zensar Technologies 2018 </a:t>
            </a:r>
          </a:p>
        </p:txBody>
      </p:sp>
      <p:sp>
        <p:nvSpPr>
          <p:cNvPr id="7" name="Slide Number Placeholder 6">
            <a:extLst>
              <a:ext uri="{FF2B5EF4-FFF2-40B4-BE49-F238E27FC236}">
                <a16:creationId xmlns:a16="http://schemas.microsoft.com/office/drawing/2014/main" id="{79A5CFA8-DFCB-7848-B8E5-42BEBFCAEB40}"/>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9894966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B6F59-0B24-4546-932C-11959FA560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085068-7766-624C-9608-0890E941F3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9EA1EF-7C22-5743-B00F-C2B41A2C0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75171D-30CE-9D4F-9A4D-337C9F43D8C0}"/>
              </a:ext>
            </a:extLst>
          </p:cNvPr>
          <p:cNvSpPr>
            <a:spLocks noGrp="1"/>
          </p:cNvSpPr>
          <p:nvPr>
            <p:ph type="dt" sz="half" idx="10"/>
          </p:nvPr>
        </p:nvSpPr>
        <p:spPr/>
        <p:txBody>
          <a:bodyPr/>
          <a:lstStyle/>
          <a:p>
            <a:fld id="{4134072E-E09C-466C-A38A-22B6E746516A}" type="datetime1">
              <a:rPr lang="en-US" smtClean="0"/>
              <a:t>1/24/2020</a:t>
            </a:fld>
            <a:endParaRPr lang="en-US"/>
          </a:p>
        </p:txBody>
      </p:sp>
      <p:sp>
        <p:nvSpPr>
          <p:cNvPr id="6" name="Footer Placeholder 5">
            <a:extLst>
              <a:ext uri="{FF2B5EF4-FFF2-40B4-BE49-F238E27FC236}">
                <a16:creationId xmlns:a16="http://schemas.microsoft.com/office/drawing/2014/main" id="{33713404-2066-DC4E-9966-67555F4B41AD}"/>
              </a:ext>
            </a:extLst>
          </p:cNvPr>
          <p:cNvSpPr>
            <a:spLocks noGrp="1"/>
          </p:cNvSpPr>
          <p:nvPr>
            <p:ph type="ftr" sz="quarter" idx="11"/>
          </p:nvPr>
        </p:nvSpPr>
        <p:spPr/>
        <p:txBody>
          <a:bodyPr/>
          <a:lstStyle/>
          <a:p>
            <a:r>
              <a:rPr lang="en-US"/>
              <a:t> www.zensar.com | © Zensar Technologies 2018 </a:t>
            </a:r>
          </a:p>
        </p:txBody>
      </p:sp>
      <p:sp>
        <p:nvSpPr>
          <p:cNvPr id="7" name="Slide Number Placeholder 6">
            <a:extLst>
              <a:ext uri="{FF2B5EF4-FFF2-40B4-BE49-F238E27FC236}">
                <a16:creationId xmlns:a16="http://schemas.microsoft.com/office/drawing/2014/main" id="{E514A996-170A-0641-B4F6-1EA3A4E49DF1}"/>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187626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7AC89-A0F1-AD45-BAF4-BF80F71C1B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69566D-99EA-B14E-9808-090A6AC0691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D90C2-6882-C541-B144-BAE9372B7E72}"/>
              </a:ext>
            </a:extLst>
          </p:cNvPr>
          <p:cNvSpPr>
            <a:spLocks noGrp="1"/>
          </p:cNvSpPr>
          <p:nvPr>
            <p:ph type="dt" sz="half" idx="10"/>
          </p:nvPr>
        </p:nvSpPr>
        <p:spPr/>
        <p:txBody>
          <a:bodyPr/>
          <a:lstStyle/>
          <a:p>
            <a:fld id="{4D84D53C-42E3-4F70-A4F1-FA0559FD6119}" type="datetime1">
              <a:rPr lang="en-US" smtClean="0"/>
              <a:t>1/24/2020</a:t>
            </a:fld>
            <a:endParaRPr lang="en-US"/>
          </a:p>
        </p:txBody>
      </p:sp>
      <p:sp>
        <p:nvSpPr>
          <p:cNvPr id="5" name="Footer Placeholder 4">
            <a:extLst>
              <a:ext uri="{FF2B5EF4-FFF2-40B4-BE49-F238E27FC236}">
                <a16:creationId xmlns:a16="http://schemas.microsoft.com/office/drawing/2014/main" id="{867B8F5D-C015-4E4E-98BC-85E5542CF324}"/>
              </a:ext>
            </a:extLst>
          </p:cNvPr>
          <p:cNvSpPr>
            <a:spLocks noGrp="1"/>
          </p:cNvSpPr>
          <p:nvPr>
            <p:ph type="ftr" sz="quarter" idx="11"/>
          </p:nvPr>
        </p:nvSpPr>
        <p:spPr/>
        <p:txBody>
          <a:bodyPr/>
          <a:lstStyle/>
          <a:p>
            <a:r>
              <a:rPr lang="en-US"/>
              <a:t> www.zensar.com | © Zensar Technologies 2018 </a:t>
            </a:r>
          </a:p>
        </p:txBody>
      </p:sp>
      <p:sp>
        <p:nvSpPr>
          <p:cNvPr id="6" name="Slide Number Placeholder 5">
            <a:extLst>
              <a:ext uri="{FF2B5EF4-FFF2-40B4-BE49-F238E27FC236}">
                <a16:creationId xmlns:a16="http://schemas.microsoft.com/office/drawing/2014/main" id="{4D8B2CA8-654B-3440-8E61-E2E4DCCD681D}"/>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3229446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1D5603-8A8D-1941-A7E8-355EBA1FBB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510F3A-7028-D743-AEA5-1C170F557B1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E04FE-3043-9E42-AA35-AD8492D25958}"/>
              </a:ext>
            </a:extLst>
          </p:cNvPr>
          <p:cNvSpPr>
            <a:spLocks noGrp="1"/>
          </p:cNvSpPr>
          <p:nvPr>
            <p:ph type="dt" sz="half" idx="10"/>
          </p:nvPr>
        </p:nvSpPr>
        <p:spPr/>
        <p:txBody>
          <a:bodyPr/>
          <a:lstStyle/>
          <a:p>
            <a:fld id="{1BF2274F-81BC-495B-868F-4D5274953A1B}" type="datetime1">
              <a:rPr lang="en-US" smtClean="0"/>
              <a:t>1/24/2020</a:t>
            </a:fld>
            <a:endParaRPr lang="en-US"/>
          </a:p>
        </p:txBody>
      </p:sp>
      <p:sp>
        <p:nvSpPr>
          <p:cNvPr id="5" name="Footer Placeholder 4">
            <a:extLst>
              <a:ext uri="{FF2B5EF4-FFF2-40B4-BE49-F238E27FC236}">
                <a16:creationId xmlns:a16="http://schemas.microsoft.com/office/drawing/2014/main" id="{BB01942F-8D5A-1542-8605-73CD7158AAD1}"/>
              </a:ext>
            </a:extLst>
          </p:cNvPr>
          <p:cNvSpPr>
            <a:spLocks noGrp="1"/>
          </p:cNvSpPr>
          <p:nvPr>
            <p:ph type="ftr" sz="quarter" idx="11"/>
          </p:nvPr>
        </p:nvSpPr>
        <p:spPr/>
        <p:txBody>
          <a:bodyPr/>
          <a:lstStyle/>
          <a:p>
            <a:r>
              <a:rPr lang="en-US"/>
              <a:t> www.zensar.com | © Zensar Technologies 2018 </a:t>
            </a:r>
          </a:p>
        </p:txBody>
      </p:sp>
      <p:sp>
        <p:nvSpPr>
          <p:cNvPr id="6" name="Slide Number Placeholder 5">
            <a:extLst>
              <a:ext uri="{FF2B5EF4-FFF2-40B4-BE49-F238E27FC236}">
                <a16:creationId xmlns:a16="http://schemas.microsoft.com/office/drawing/2014/main" id="{C6A321E6-0358-D44F-B93D-B908B25EF371}"/>
              </a:ext>
            </a:extLst>
          </p:cNvPr>
          <p:cNvSpPr>
            <a:spLocks noGrp="1"/>
          </p:cNvSpPr>
          <p:nvPr>
            <p:ph type="sldNum" sz="quarter" idx="12"/>
          </p:nvPr>
        </p:nvSpPr>
        <p:spPr/>
        <p:txBody>
          <a:bodyPr/>
          <a:lstStyle/>
          <a:p>
            <a:fld id="{9AA6ED64-E086-8F49-8C8D-88791C756DA0}" type="slidenum">
              <a:rPr lang="en-US" smtClean="0"/>
              <a:t>‹#›</a:t>
            </a:fld>
            <a:endParaRPr lang="en-US"/>
          </a:p>
        </p:txBody>
      </p:sp>
    </p:spTree>
    <p:extLst>
      <p:ext uri="{BB962C8B-B14F-4D97-AF65-F5344CB8AC3E}">
        <p14:creationId xmlns:p14="http://schemas.microsoft.com/office/powerpoint/2010/main" val="1372234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AB21CC-647B-4E6D-81D5-F6E2728B37A5}" type="datetimeFigureOut">
              <a:rPr lang="en-IN" smtClean="0"/>
              <a:t>24-01-2020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133162-61F0-410D-8839-2C759123D1A0}" type="slidenum">
              <a:rPr lang="en-IN" smtClean="0"/>
              <a:t>‹#›</a:t>
            </a:fld>
            <a:endParaRPr lang="en-IN"/>
          </a:p>
        </p:txBody>
      </p:sp>
    </p:spTree>
    <p:extLst>
      <p:ext uri="{BB962C8B-B14F-4D97-AF65-F5344CB8AC3E}">
        <p14:creationId xmlns:p14="http://schemas.microsoft.com/office/powerpoint/2010/main" val="787557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4702EE-8302-DC4C-B09B-D690676D81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C9DB6E-F07D-534C-9FC0-739C249CA4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8CCE7-1D80-0446-A063-81E85B224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8ECA2-5EC0-4B97-96F7-B830CDEE661D}" type="datetime1">
              <a:rPr lang="en-US" smtClean="0"/>
              <a:t>1/24/2020</a:t>
            </a:fld>
            <a:endParaRPr lang="en-US"/>
          </a:p>
        </p:txBody>
      </p:sp>
      <p:sp>
        <p:nvSpPr>
          <p:cNvPr id="5" name="Footer Placeholder 4">
            <a:extLst>
              <a:ext uri="{FF2B5EF4-FFF2-40B4-BE49-F238E27FC236}">
                <a16:creationId xmlns:a16="http://schemas.microsoft.com/office/drawing/2014/main" id="{3B87E736-8FB1-B24E-9D63-858DC60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www.zensar.com | © Zensar Technologies 2018 </a:t>
            </a:r>
          </a:p>
        </p:txBody>
      </p:sp>
      <p:sp>
        <p:nvSpPr>
          <p:cNvPr id="6" name="Slide Number Placeholder 5">
            <a:extLst>
              <a:ext uri="{FF2B5EF4-FFF2-40B4-BE49-F238E27FC236}">
                <a16:creationId xmlns:a16="http://schemas.microsoft.com/office/drawing/2014/main" id="{FF9C2454-83E3-0D4E-B536-5A9BFBBB3D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A6ED64-E086-8F49-8C8D-88791C756DA0}" type="slidenum">
              <a:rPr lang="en-US" smtClean="0"/>
              <a:t>‹#›</a:t>
            </a:fld>
            <a:endParaRPr lang="en-US"/>
          </a:p>
        </p:txBody>
      </p:sp>
    </p:spTree>
    <p:extLst>
      <p:ext uri="{BB962C8B-B14F-4D97-AF65-F5344CB8AC3E}">
        <p14:creationId xmlns:p14="http://schemas.microsoft.com/office/powerpoint/2010/main" val="412214392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462EA-2A13-4734-9927-D18CAE0AB5D4}"/>
              </a:ext>
            </a:extLst>
          </p:cNvPr>
          <p:cNvSpPr>
            <a:spLocks noGrp="1"/>
          </p:cNvSpPr>
          <p:nvPr>
            <p:ph type="title"/>
          </p:nvPr>
        </p:nvSpPr>
        <p:spPr/>
        <p:txBody>
          <a:bodyPr/>
          <a:lstStyle/>
          <a:p>
            <a:r>
              <a:rPr lang="en-IN" dirty="0"/>
              <a:t>Morrison Group Services</a:t>
            </a:r>
          </a:p>
        </p:txBody>
      </p:sp>
      <p:sp>
        <p:nvSpPr>
          <p:cNvPr id="3" name="Text Placeholder 2">
            <a:extLst>
              <a:ext uri="{FF2B5EF4-FFF2-40B4-BE49-F238E27FC236}">
                <a16:creationId xmlns:a16="http://schemas.microsoft.com/office/drawing/2014/main" id="{7BD87F96-5AF0-41D3-97A7-9D0E4556F5A0}"/>
              </a:ext>
            </a:extLst>
          </p:cNvPr>
          <p:cNvSpPr>
            <a:spLocks noGrp="1"/>
          </p:cNvSpPr>
          <p:nvPr>
            <p:ph type="body" sz="half" idx="16"/>
          </p:nvPr>
        </p:nvSpPr>
        <p:spPr>
          <a:xfrm>
            <a:off x="191811" y="5185048"/>
            <a:ext cx="5381675" cy="475523"/>
          </a:xfrm>
        </p:spPr>
        <p:txBody>
          <a:bodyPr>
            <a:normAutofit/>
          </a:bodyPr>
          <a:lstStyle/>
          <a:p>
            <a:r>
              <a:rPr lang="en-IN" dirty="0"/>
              <a:t>MGS SFDC Enhancement and Support</a:t>
            </a:r>
          </a:p>
        </p:txBody>
      </p:sp>
      <p:sp>
        <p:nvSpPr>
          <p:cNvPr id="4" name="Footer Placeholder 3">
            <a:extLst>
              <a:ext uri="{FF2B5EF4-FFF2-40B4-BE49-F238E27FC236}">
                <a16:creationId xmlns:a16="http://schemas.microsoft.com/office/drawing/2014/main" id="{CAC631C5-6D54-489C-B8CE-2C770FA1A4F1}"/>
              </a:ext>
            </a:extLst>
          </p:cNvPr>
          <p:cNvSpPr>
            <a:spLocks noGrp="1"/>
          </p:cNvSpPr>
          <p:nvPr>
            <p:ph type="ftr" sz="quarter" idx="11"/>
          </p:nvPr>
        </p:nvSpPr>
        <p:spPr/>
        <p:txBody>
          <a:bodyPr/>
          <a:lstStyle/>
          <a:p>
            <a:endParaRPr lang="en-US"/>
          </a:p>
          <a:p>
            <a:r>
              <a:rPr lang="en-US"/>
              <a:t>www.zensar.com | </a:t>
            </a:r>
            <a:r>
              <a:rPr lang="de-DE"/>
              <a:t>© </a:t>
            </a:r>
            <a:r>
              <a:rPr lang="en-US"/>
              <a:t>Zensar Technologies 2018</a:t>
            </a:r>
          </a:p>
          <a:p>
            <a:endParaRPr lang="en-US" dirty="0"/>
          </a:p>
        </p:txBody>
      </p:sp>
    </p:spTree>
    <p:extLst>
      <p:ext uri="{BB962C8B-B14F-4D97-AF65-F5344CB8AC3E}">
        <p14:creationId xmlns:p14="http://schemas.microsoft.com/office/powerpoint/2010/main" val="145928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F455F5-5F26-472F-8CF1-28D091E3315A}"/>
              </a:ext>
            </a:extLst>
          </p:cNvPr>
          <p:cNvSpPr>
            <a:spLocks noGrp="1"/>
          </p:cNvSpPr>
          <p:nvPr>
            <p:ph type="title"/>
          </p:nvPr>
        </p:nvSpPr>
        <p:spPr/>
        <p:txBody>
          <a:bodyPr>
            <a:normAutofit fontScale="90000"/>
          </a:bodyPr>
          <a:lstStyle/>
          <a:p>
            <a:br>
              <a:rPr lang="en-IN" dirty="0"/>
            </a:br>
            <a:r>
              <a:rPr lang="en-IN" dirty="0"/>
              <a:t>Morrison Group Services Overview</a:t>
            </a:r>
            <a:br>
              <a:rPr lang="en-IN" dirty="0"/>
            </a:br>
            <a:endParaRPr lang="en-IN" dirty="0"/>
          </a:p>
        </p:txBody>
      </p:sp>
      <p:cxnSp>
        <p:nvCxnSpPr>
          <p:cNvPr id="4" name="Straight Connector 3"/>
          <p:cNvCxnSpPr/>
          <p:nvPr/>
        </p:nvCxnSpPr>
        <p:spPr>
          <a:xfrm>
            <a:off x="0" y="962137"/>
            <a:ext cx="12192000" cy="0"/>
          </a:xfrm>
          <a:prstGeom prst="line">
            <a:avLst/>
          </a:prstGeom>
          <a:ln w="19050">
            <a:solidFill>
              <a:srgbClr val="B90007"/>
            </a:solidFill>
          </a:ln>
        </p:spPr>
        <p:style>
          <a:lnRef idx="1">
            <a:schemeClr val="accent1"/>
          </a:lnRef>
          <a:fillRef idx="0">
            <a:schemeClr val="accent1"/>
          </a:fillRef>
          <a:effectRef idx="0">
            <a:schemeClr val="accent1"/>
          </a:effectRef>
          <a:fontRef idx="minor">
            <a:schemeClr val="tx1"/>
          </a:fontRef>
        </p:style>
      </p:cxnSp>
      <p:sp>
        <p:nvSpPr>
          <p:cNvPr id="43" name="Footer Placeholder 23"/>
          <p:cNvSpPr>
            <a:spLocks noGrp="1"/>
          </p:cNvSpPr>
          <p:nvPr>
            <p:ph type="ftr" sz="quarter" idx="11"/>
          </p:nvPr>
        </p:nvSpPr>
        <p:spPr/>
        <p:txBody>
          <a:bodyPr/>
          <a:lstStyle/>
          <a:p>
            <a:r>
              <a:rPr lang="en-US" dirty="0"/>
              <a:t> www.zensar.com | © Zensar Technologies 2018 </a:t>
            </a:r>
          </a:p>
        </p:txBody>
      </p:sp>
      <p:sp>
        <p:nvSpPr>
          <p:cNvPr id="41" name="Slide Number Placeholder 40"/>
          <p:cNvSpPr>
            <a:spLocks noGrp="1"/>
          </p:cNvSpPr>
          <p:nvPr>
            <p:ph type="sldNum" sz="quarter" idx="12"/>
          </p:nvPr>
        </p:nvSpPr>
        <p:spPr/>
        <p:txBody>
          <a:bodyPr/>
          <a:lstStyle/>
          <a:p>
            <a:fld id="{2D9F7BA1-0C0F-2848-A6D5-D57D345543D1}" type="slidenum">
              <a:rPr lang="en-US" smtClean="0"/>
              <a:t>2</a:t>
            </a:fld>
            <a:endParaRPr lang="en-US"/>
          </a:p>
        </p:txBody>
      </p:sp>
      <p:sp>
        <p:nvSpPr>
          <p:cNvPr id="7" name="Date Placeholder 6">
            <a:extLst>
              <a:ext uri="{FF2B5EF4-FFF2-40B4-BE49-F238E27FC236}">
                <a16:creationId xmlns:a16="http://schemas.microsoft.com/office/drawing/2014/main" id="{31C617B5-EB32-4C41-86D8-52194A4DB9CF}"/>
              </a:ext>
            </a:extLst>
          </p:cNvPr>
          <p:cNvSpPr>
            <a:spLocks noGrp="1"/>
          </p:cNvSpPr>
          <p:nvPr>
            <p:ph type="dt" sz="half" idx="10"/>
          </p:nvPr>
        </p:nvSpPr>
        <p:spPr>
          <a:xfrm>
            <a:off x="406400" y="6340693"/>
            <a:ext cx="2743200" cy="365125"/>
          </a:xfrm>
        </p:spPr>
        <p:txBody>
          <a:bodyPr/>
          <a:lstStyle/>
          <a:p>
            <a:fld id="{CAD90735-866A-4F0A-98FC-9519C852B1D3}" type="datetime1">
              <a:rPr lang="en-US" smtClean="0"/>
              <a:t>1/24/2020</a:t>
            </a:fld>
            <a:endParaRPr lang="en-US" dirty="0"/>
          </a:p>
        </p:txBody>
      </p:sp>
      <p:sp>
        <p:nvSpPr>
          <p:cNvPr id="2" name="Rectangle 1"/>
          <p:cNvSpPr/>
          <p:nvPr/>
        </p:nvSpPr>
        <p:spPr>
          <a:xfrm>
            <a:off x="529283" y="1246720"/>
            <a:ext cx="7489302" cy="400110"/>
          </a:xfrm>
          <a:prstGeom prst="rect">
            <a:avLst/>
          </a:prstGeom>
        </p:spPr>
        <p:txBody>
          <a:bodyPr wrap="square">
            <a:spAutoFit/>
          </a:bodyPr>
          <a:lstStyle/>
          <a:p>
            <a:r>
              <a:rPr lang="en-US" sz="2000" dirty="0">
                <a:cs typeface="Arial" panose="020B0604020202020204" pitchFamily="34" charset="0"/>
              </a:rPr>
              <a:t>MGS is the leading Utility service provider company in UK</a:t>
            </a:r>
          </a:p>
        </p:txBody>
      </p:sp>
      <p:graphicFrame>
        <p:nvGraphicFramePr>
          <p:cNvPr id="9" name="Diagram 8"/>
          <p:cNvGraphicFramePr/>
          <p:nvPr>
            <p:extLst>
              <p:ext uri="{D42A27DB-BD31-4B8C-83A1-F6EECF244321}">
                <p14:modId xmlns:p14="http://schemas.microsoft.com/office/powerpoint/2010/main" val="551838124"/>
              </p:ext>
            </p:extLst>
          </p:nvPr>
        </p:nvGraphicFramePr>
        <p:xfrm>
          <a:off x="529283" y="1646831"/>
          <a:ext cx="10964022" cy="46523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p:cNvSpPr txBox="1"/>
          <p:nvPr/>
        </p:nvSpPr>
        <p:spPr>
          <a:xfrm>
            <a:off x="653142" y="4209142"/>
            <a:ext cx="1959429" cy="1846659"/>
          </a:xfrm>
          <a:prstGeom prst="rect">
            <a:avLst/>
          </a:prstGeom>
          <a:noFill/>
        </p:spPr>
        <p:txBody>
          <a:bodyPr wrap="square" rtlCol="0">
            <a:spAutoFit/>
          </a:bodyPr>
          <a:lstStyle/>
          <a:p>
            <a:pPr lvl="0"/>
            <a:r>
              <a:rPr lang="en-US" sz="2400" dirty="0"/>
              <a:t>Andy Carter</a:t>
            </a:r>
          </a:p>
          <a:p>
            <a:pPr lvl="0"/>
            <a:r>
              <a:rPr lang="en-US" b="1" dirty="0">
                <a:solidFill>
                  <a:srgbClr val="0070C0"/>
                </a:solidFill>
              </a:rPr>
              <a:t>&gt;</a:t>
            </a:r>
            <a:r>
              <a:rPr lang="en-US" dirty="0">
                <a:solidFill>
                  <a:srgbClr val="0070C0"/>
                </a:solidFill>
              </a:rPr>
              <a:t> Apps (Derek)</a:t>
            </a:r>
          </a:p>
          <a:p>
            <a:pPr lvl="0"/>
            <a:r>
              <a:rPr lang="en-US" b="1" dirty="0">
                <a:solidFill>
                  <a:srgbClr val="0070C0"/>
                </a:solidFill>
              </a:rPr>
              <a:t>&gt;</a:t>
            </a:r>
            <a:r>
              <a:rPr lang="en-US" dirty="0">
                <a:solidFill>
                  <a:srgbClr val="0070C0"/>
                </a:solidFill>
              </a:rPr>
              <a:t> Security </a:t>
            </a:r>
          </a:p>
          <a:p>
            <a:pPr lvl="0"/>
            <a:r>
              <a:rPr lang="en-US" b="1" dirty="0">
                <a:solidFill>
                  <a:srgbClr val="0070C0"/>
                </a:solidFill>
              </a:rPr>
              <a:t>&gt; </a:t>
            </a:r>
            <a:r>
              <a:rPr lang="en-US" dirty="0">
                <a:solidFill>
                  <a:srgbClr val="0070C0"/>
                </a:solidFill>
              </a:rPr>
              <a:t>Others (regions and Orgs)</a:t>
            </a:r>
          </a:p>
          <a:p>
            <a:endParaRPr lang="en-IN" dirty="0"/>
          </a:p>
        </p:txBody>
      </p:sp>
      <p:cxnSp>
        <p:nvCxnSpPr>
          <p:cNvPr id="12" name="Straight Connector 11"/>
          <p:cNvCxnSpPr/>
          <p:nvPr/>
        </p:nvCxnSpPr>
        <p:spPr>
          <a:xfrm>
            <a:off x="3060700" y="4368800"/>
            <a:ext cx="0" cy="13335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47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MGS Overview </a:t>
            </a:r>
            <a:endParaRPr lang="en-IN" dirty="0"/>
          </a:p>
        </p:txBody>
      </p:sp>
      <p:sp>
        <p:nvSpPr>
          <p:cNvPr id="3" name="Rectangle 2"/>
          <p:cNvSpPr/>
          <p:nvPr/>
        </p:nvSpPr>
        <p:spPr>
          <a:xfrm>
            <a:off x="469900" y="1394035"/>
            <a:ext cx="9652000" cy="4939814"/>
          </a:xfrm>
          <a:prstGeom prst="rect">
            <a:avLst/>
          </a:prstGeom>
        </p:spPr>
        <p:txBody>
          <a:bodyPr wrap="square">
            <a:spAutoFit/>
          </a:bodyPr>
          <a:lstStyle/>
          <a:p>
            <a:pPr marL="228600" indent="-228600" algn="just">
              <a:spcAft>
                <a:spcPts val="1800"/>
              </a:spcAft>
              <a:buFont typeface="Wingdings" panose="05000000000000000000" pitchFamily="2" charset="2"/>
              <a:buChar char="Ø"/>
            </a:pPr>
            <a:r>
              <a:rPr lang="en-IN" sz="2000" dirty="0"/>
              <a:t>MGS business is centred upon the provision, replacement, repair and maintenance of network infrastructure for blue chip utility companies in the UK and Ireland</a:t>
            </a:r>
          </a:p>
          <a:p>
            <a:pPr marL="228600" indent="-228600" algn="just">
              <a:spcAft>
                <a:spcPts val="1800"/>
              </a:spcAft>
              <a:buFont typeface="Wingdings" panose="05000000000000000000" pitchFamily="2" charset="2"/>
              <a:buChar char="Ø"/>
            </a:pPr>
            <a:r>
              <a:rPr lang="en-IN" sz="2000" dirty="0"/>
              <a:t>The Morrison Group provides services across Utilities, Telecom, Transport and Data.</a:t>
            </a:r>
          </a:p>
          <a:p>
            <a:pPr marL="228600" indent="-228600" algn="just">
              <a:spcAft>
                <a:spcPts val="1800"/>
              </a:spcAft>
              <a:buFont typeface="Wingdings" panose="05000000000000000000" pitchFamily="2" charset="2"/>
              <a:buChar char="Ø"/>
            </a:pPr>
            <a:r>
              <a:rPr lang="en-IN" sz="2000" dirty="0"/>
              <a:t>Morrison Utility Services is the UK and Ireland’s leading utility service provider. Morrison work with utility company clients in the electricity, gas, rail, water and telecommunications sectors helping them renew, refurbish and maintain their infrastructure and networks</a:t>
            </a:r>
          </a:p>
          <a:p>
            <a:pPr marL="228600" indent="-228600" algn="just">
              <a:spcAft>
                <a:spcPts val="1800"/>
              </a:spcAft>
              <a:buFont typeface="Wingdings" panose="05000000000000000000" pitchFamily="2" charset="2"/>
              <a:buChar char="Ø"/>
            </a:pPr>
            <a:r>
              <a:rPr lang="en-US" sz="2000" dirty="0"/>
              <a:t>Their biggest clients are likes of BT, E-on, Thames Water,  etc.</a:t>
            </a:r>
          </a:p>
          <a:p>
            <a:pPr marL="228600" indent="-228600" algn="just">
              <a:spcAft>
                <a:spcPts val="1800"/>
              </a:spcAft>
              <a:buFont typeface="Wingdings" panose="05000000000000000000" pitchFamily="2" charset="2"/>
              <a:buChar char="Ø"/>
            </a:pPr>
            <a:r>
              <a:rPr lang="en-GB" sz="2000" dirty="0"/>
              <a:t>The scale of MGS operational footprint is vast they work on behalf of their 16 utility sector clients </a:t>
            </a:r>
          </a:p>
          <a:p>
            <a:pPr marL="228600" indent="-228600" algn="just">
              <a:spcAft>
                <a:spcPts val="1800"/>
              </a:spcAft>
              <a:buFont typeface="Wingdings" panose="05000000000000000000" pitchFamily="2" charset="2"/>
              <a:buChar char="Ø"/>
            </a:pPr>
            <a:r>
              <a:rPr lang="en-GB" sz="2000" dirty="0"/>
              <a:t>Their work spans the majority of the UK as they undertake around 1 million excavations in each year</a:t>
            </a:r>
            <a:endParaRPr lang="en-US" sz="2000" dirty="0"/>
          </a:p>
        </p:txBody>
      </p:sp>
      <p:grpSp>
        <p:nvGrpSpPr>
          <p:cNvPr id="4" name="Group 3"/>
          <p:cNvGrpSpPr/>
          <p:nvPr/>
        </p:nvGrpSpPr>
        <p:grpSpPr>
          <a:xfrm>
            <a:off x="10929258" y="1219199"/>
            <a:ext cx="763050" cy="4635501"/>
            <a:chOff x="1043607" y="1598575"/>
            <a:chExt cx="294388" cy="1915634"/>
          </a:xfrm>
        </p:grpSpPr>
        <p:pic>
          <p:nvPicPr>
            <p:cNvPr id="5" name="Picture 4" descr="Electric.png"/>
            <p:cNvPicPr>
              <a:picLocks noChangeAspect="1"/>
            </p:cNvPicPr>
            <p:nvPr/>
          </p:nvPicPr>
          <p:blipFill>
            <a:blip r:embed="rId2" cstate="print"/>
            <a:stretch>
              <a:fillRect/>
            </a:stretch>
          </p:blipFill>
          <p:spPr>
            <a:xfrm>
              <a:off x="1043608" y="1598575"/>
              <a:ext cx="294387" cy="294387"/>
            </a:xfrm>
            <a:prstGeom prst="rect">
              <a:avLst/>
            </a:prstGeom>
          </p:spPr>
        </p:pic>
        <p:pic>
          <p:nvPicPr>
            <p:cNvPr id="6" name="Picture 5" descr="Gas Yellow.png"/>
            <p:cNvPicPr>
              <a:picLocks noChangeAspect="1"/>
            </p:cNvPicPr>
            <p:nvPr/>
          </p:nvPicPr>
          <p:blipFill>
            <a:blip r:embed="rId3" cstate="print"/>
            <a:stretch>
              <a:fillRect/>
            </a:stretch>
          </p:blipFill>
          <p:spPr>
            <a:xfrm>
              <a:off x="1043608" y="1993552"/>
              <a:ext cx="294387" cy="294387"/>
            </a:xfrm>
            <a:prstGeom prst="rect">
              <a:avLst/>
            </a:prstGeom>
          </p:spPr>
        </p:pic>
        <p:pic>
          <p:nvPicPr>
            <p:cNvPr id="7" name="Picture 6" descr="Rail Green.png"/>
            <p:cNvPicPr>
              <a:picLocks noChangeAspect="1"/>
            </p:cNvPicPr>
            <p:nvPr/>
          </p:nvPicPr>
          <p:blipFill rotWithShape="1">
            <a:blip r:embed="rId4" cstate="print"/>
            <a:srcRect l="20682" t="19472" r="20201" b="17401"/>
            <a:stretch/>
          </p:blipFill>
          <p:spPr>
            <a:xfrm>
              <a:off x="1043607" y="2392326"/>
              <a:ext cx="294387" cy="318976"/>
            </a:xfrm>
            <a:prstGeom prst="rect">
              <a:avLst/>
            </a:prstGeom>
          </p:spPr>
        </p:pic>
        <p:pic>
          <p:nvPicPr>
            <p:cNvPr id="8" name="Picture 7" descr="Telecoms Grey.png"/>
            <p:cNvPicPr>
              <a:picLocks noChangeAspect="1"/>
            </p:cNvPicPr>
            <p:nvPr/>
          </p:nvPicPr>
          <p:blipFill>
            <a:blip r:embed="rId5" cstate="print"/>
            <a:stretch>
              <a:fillRect/>
            </a:stretch>
          </p:blipFill>
          <p:spPr>
            <a:xfrm>
              <a:off x="1043608" y="2822711"/>
              <a:ext cx="294387" cy="294387"/>
            </a:xfrm>
            <a:prstGeom prst="rect">
              <a:avLst/>
            </a:prstGeom>
          </p:spPr>
        </p:pic>
        <p:pic>
          <p:nvPicPr>
            <p:cNvPr id="9" name="Picture 8" descr="Water Blue.png"/>
            <p:cNvPicPr>
              <a:picLocks noChangeAspect="1"/>
            </p:cNvPicPr>
            <p:nvPr/>
          </p:nvPicPr>
          <p:blipFill>
            <a:blip r:embed="rId6" cstate="print"/>
            <a:stretch>
              <a:fillRect/>
            </a:stretch>
          </p:blipFill>
          <p:spPr>
            <a:xfrm>
              <a:off x="1043608" y="3219822"/>
              <a:ext cx="294387" cy="294387"/>
            </a:xfrm>
            <a:prstGeom prst="rect">
              <a:avLst/>
            </a:prstGeom>
          </p:spPr>
        </p:pic>
      </p:grpSp>
    </p:spTree>
    <p:extLst>
      <p:ext uri="{BB962C8B-B14F-4D97-AF65-F5344CB8AC3E}">
        <p14:creationId xmlns:p14="http://schemas.microsoft.com/office/powerpoint/2010/main" val="188660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 y="110179"/>
            <a:ext cx="7607433" cy="796826"/>
          </a:xfrm>
        </p:spPr>
        <p:txBody>
          <a:bodyPr>
            <a:normAutofit fontScale="90000"/>
          </a:bodyPr>
          <a:lstStyle/>
          <a:p>
            <a:r>
              <a:rPr lang="en-US" dirty="0"/>
              <a:t>Salesforce Organizations and respective contracts</a:t>
            </a:r>
            <a:endParaRPr lang="en-IN" dirty="0"/>
          </a:p>
        </p:txBody>
      </p:sp>
      <p:grpSp>
        <p:nvGrpSpPr>
          <p:cNvPr id="3" name="Group 2"/>
          <p:cNvGrpSpPr/>
          <p:nvPr/>
        </p:nvGrpSpPr>
        <p:grpSpPr>
          <a:xfrm>
            <a:off x="153833" y="1003301"/>
            <a:ext cx="11403167" cy="5283570"/>
            <a:chOff x="153833" y="1248725"/>
            <a:chExt cx="11390469" cy="5266745"/>
          </a:xfrm>
        </p:grpSpPr>
        <p:grpSp>
          <p:nvGrpSpPr>
            <p:cNvPr id="58" name="Group 57"/>
            <p:cNvGrpSpPr/>
            <p:nvPr/>
          </p:nvGrpSpPr>
          <p:grpSpPr>
            <a:xfrm>
              <a:off x="153833" y="1248725"/>
              <a:ext cx="11390469" cy="5266745"/>
              <a:chOff x="153833" y="1248725"/>
              <a:chExt cx="10439527" cy="5902419"/>
            </a:xfrm>
          </p:grpSpPr>
          <p:sp>
            <p:nvSpPr>
              <p:cNvPr id="59" name="Flowchart: Alternate Process 58"/>
              <p:cNvSpPr/>
              <p:nvPr/>
            </p:nvSpPr>
            <p:spPr>
              <a:xfrm>
                <a:off x="324368" y="2688431"/>
                <a:ext cx="10257113" cy="1147848"/>
              </a:xfrm>
              <a:prstGeom prst="flowChartAlternateProcess">
                <a:avLst/>
              </a:prstGeom>
              <a:solidFill>
                <a:srgbClr val="9BBB59">
                  <a:lumMod val="60000"/>
                  <a:lumOff val="4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Flowchart: Alternate Process 59"/>
              <p:cNvSpPr/>
              <p:nvPr/>
            </p:nvSpPr>
            <p:spPr>
              <a:xfrm>
                <a:off x="324368" y="1248725"/>
                <a:ext cx="10257113" cy="1134906"/>
              </a:xfrm>
              <a:prstGeom prst="flowChartAlternateProcess">
                <a:avLst/>
              </a:prstGeom>
              <a:solidFill>
                <a:srgbClr val="1F497D">
                  <a:lumMod val="20000"/>
                  <a:lumOff val="8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1" name="Rectangle 10"/>
              <p:cNvSpPr>
                <a:spLocks noChangeArrowheads="1"/>
              </p:cNvSpPr>
              <p:nvPr/>
            </p:nvSpPr>
            <p:spPr bwMode="auto">
              <a:xfrm>
                <a:off x="8066881" y="3450431"/>
                <a:ext cx="2526479" cy="350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79" tIns="51440" rIns="102879" bIns="51440">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600" b="1" i="0" u="none" strike="noStrike" kern="0" cap="none" spc="0" normalizeH="0" baseline="0" noProof="0" dirty="0">
                    <a:ln w="0"/>
                    <a:solidFill>
                      <a:prstClr val="black"/>
                    </a:solidFill>
                    <a:effectLst/>
                    <a:uLnTx/>
                    <a:uFillTx/>
                    <a:latin typeface="Arial" pitchFamily="34" charset="0"/>
                    <a:ea typeface="ヒラギノ角ゴ Pro W3"/>
                  </a:rPr>
                  <a:t>UAT Full Copy Sandbox</a:t>
                </a:r>
              </a:p>
            </p:txBody>
          </p:sp>
          <p:sp>
            <p:nvSpPr>
              <p:cNvPr id="62" name="Rectangle 61"/>
              <p:cNvSpPr/>
              <p:nvPr/>
            </p:nvSpPr>
            <p:spPr>
              <a:xfrm>
                <a:off x="153833" y="1278403"/>
                <a:ext cx="10427648" cy="755452"/>
              </a:xfrm>
              <a:prstGeom prst="rect">
                <a:avLst/>
              </a:prstGeom>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Wingdings" pitchFamily="2" charset="2"/>
                  <a:buChar char="Ø"/>
                  <a:tabLst/>
                  <a:defRPr/>
                </a:pPr>
                <a:endParaRPr kumimoji="0" lang="en-US" sz="1600" b="1" i="0" u="none" strike="noStrike" kern="0" cap="none" spc="0" normalizeH="0" baseline="0" noProof="0" dirty="0">
                  <a:ln>
                    <a:noFill/>
                  </a:ln>
                  <a:solidFill>
                    <a:prstClr val="black"/>
                  </a:solidFill>
                  <a:effectLst/>
                  <a:uLnTx/>
                  <a:uFillTx/>
                  <a:latin typeface="Arial" pitchFamily="34" charset="0"/>
                  <a:ea typeface="ヒラギノ角ゴ Pro W3"/>
                </a:endParaRPr>
              </a:p>
              <a:p>
                <a:pPr marL="285750" marR="0" lvl="0" indent="-285750" defTabSz="914400" eaLnBrk="1" fontAlgn="auto" latinLnBrk="0" hangingPunct="1">
                  <a:lnSpc>
                    <a:spcPct val="100000"/>
                  </a:lnSpc>
                  <a:spcBef>
                    <a:spcPts val="0"/>
                  </a:spcBef>
                  <a:spcAft>
                    <a:spcPts val="0"/>
                  </a:spcAft>
                  <a:buClrTx/>
                  <a:buSzTx/>
                  <a:buFont typeface="Wingdings" pitchFamily="2" charset="2"/>
                  <a:buChar char="Ø"/>
                  <a:tabLst/>
                  <a:defRPr/>
                </a:pPr>
                <a:endParaRPr kumimoji="0" lang="en-US" sz="1600" b="1" i="0" u="none" strike="noStrike" kern="0" cap="none" spc="0" normalizeH="0" baseline="0" noProof="0" dirty="0">
                  <a:ln>
                    <a:noFill/>
                  </a:ln>
                  <a:solidFill>
                    <a:prstClr val="black"/>
                  </a:solidFill>
                  <a:effectLst/>
                  <a:uLnTx/>
                  <a:uFillTx/>
                  <a:latin typeface="Arial" pitchFamily="34" charset="0"/>
                  <a:ea typeface="ヒラギノ角ゴ Pro W3"/>
                </a:endParaRPr>
              </a:p>
              <a:p>
                <a:pPr marL="285750" marR="0" lvl="0" indent="-28575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prstClr val="black"/>
                  </a:solidFill>
                  <a:effectLst/>
                  <a:uLnTx/>
                  <a:uFillTx/>
                  <a:latin typeface="Arial" pitchFamily="34" charset="0"/>
                  <a:ea typeface="ヒラギノ角ゴ Pro W3"/>
                </a:endParaRPr>
              </a:p>
            </p:txBody>
          </p:sp>
          <p:sp>
            <p:nvSpPr>
              <p:cNvPr id="63" name="Rectangle 62"/>
              <p:cNvSpPr/>
              <p:nvPr/>
            </p:nvSpPr>
            <p:spPr>
              <a:xfrm>
                <a:off x="880775" y="1470556"/>
                <a:ext cx="1524000" cy="540603"/>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Central</a:t>
                </a:r>
              </a:p>
            </p:txBody>
          </p:sp>
          <p:sp>
            <p:nvSpPr>
              <p:cNvPr id="64" name="Rectangle 63"/>
              <p:cNvSpPr/>
              <p:nvPr/>
            </p:nvSpPr>
            <p:spPr>
              <a:xfrm>
                <a:off x="3406146" y="1443147"/>
                <a:ext cx="1524000" cy="540603"/>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South</a:t>
                </a:r>
              </a:p>
            </p:txBody>
          </p:sp>
          <p:sp>
            <p:nvSpPr>
              <p:cNvPr id="65" name="Rectangle 64"/>
              <p:cNvSpPr/>
              <p:nvPr/>
            </p:nvSpPr>
            <p:spPr>
              <a:xfrm>
                <a:off x="6005137" y="1493252"/>
                <a:ext cx="1524000" cy="540603"/>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North</a:t>
                </a:r>
              </a:p>
            </p:txBody>
          </p:sp>
          <p:sp>
            <p:nvSpPr>
              <p:cNvPr id="66" name="Rectangle 65"/>
              <p:cNvSpPr/>
              <p:nvPr/>
            </p:nvSpPr>
            <p:spPr>
              <a:xfrm>
                <a:off x="8568119" y="1470556"/>
                <a:ext cx="1524000" cy="540603"/>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MUSMART</a:t>
                </a:r>
              </a:p>
            </p:txBody>
          </p:sp>
          <p:sp>
            <p:nvSpPr>
              <p:cNvPr id="67" name="Rectangle 66"/>
              <p:cNvSpPr/>
              <p:nvPr/>
            </p:nvSpPr>
            <p:spPr>
              <a:xfrm>
                <a:off x="880775" y="2877811"/>
                <a:ext cx="1524000" cy="54060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CSB</a:t>
                </a:r>
              </a:p>
            </p:txBody>
          </p:sp>
          <p:sp>
            <p:nvSpPr>
              <p:cNvPr id="68" name="Rectangle 67"/>
              <p:cNvSpPr/>
              <p:nvPr/>
            </p:nvSpPr>
            <p:spPr>
              <a:xfrm>
                <a:off x="3450304" y="2861685"/>
                <a:ext cx="1524000" cy="54060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SSB</a:t>
                </a:r>
              </a:p>
            </p:txBody>
          </p:sp>
          <p:sp>
            <p:nvSpPr>
              <p:cNvPr id="69" name="Rectangle 68"/>
              <p:cNvSpPr/>
              <p:nvPr/>
            </p:nvSpPr>
            <p:spPr>
              <a:xfrm>
                <a:off x="5973306" y="2854373"/>
                <a:ext cx="1524000" cy="54060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NSB</a:t>
                </a:r>
              </a:p>
            </p:txBody>
          </p:sp>
          <p:sp>
            <p:nvSpPr>
              <p:cNvPr id="70" name="Rectangle 69"/>
              <p:cNvSpPr/>
              <p:nvPr/>
            </p:nvSpPr>
            <p:spPr>
              <a:xfrm>
                <a:off x="8600281" y="2840831"/>
                <a:ext cx="1524000" cy="540603"/>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SMARTFULL2</a:t>
                </a:r>
              </a:p>
            </p:txBody>
          </p:sp>
          <p:sp>
            <p:nvSpPr>
              <p:cNvPr id="71" name="Flowchart: Alternate Process 70"/>
              <p:cNvSpPr/>
              <p:nvPr/>
            </p:nvSpPr>
            <p:spPr>
              <a:xfrm>
                <a:off x="324367" y="4090925"/>
                <a:ext cx="10257113" cy="3017106"/>
              </a:xfrm>
              <a:prstGeom prst="flowChartAlternateProcess">
                <a:avLst/>
              </a:prstGeom>
              <a:solidFill>
                <a:srgbClr val="1F497D">
                  <a:lumMod val="40000"/>
                  <a:lumOff val="60000"/>
                </a:srgbClr>
              </a:solidFill>
              <a:ln w="254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72" name="Rectangle 10"/>
              <p:cNvSpPr>
                <a:spLocks noChangeArrowheads="1"/>
              </p:cNvSpPr>
              <p:nvPr/>
            </p:nvSpPr>
            <p:spPr bwMode="auto">
              <a:xfrm>
                <a:off x="8456246" y="2003887"/>
                <a:ext cx="1747747" cy="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79" tIns="51440" rIns="102879" bIns="51440">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600" b="1" i="0" u="none" strike="noStrike" kern="0" cap="none" spc="0" normalizeH="0" baseline="0" noProof="0" dirty="0">
                    <a:ln w="0"/>
                    <a:solidFill>
                      <a:prstClr val="black"/>
                    </a:solidFill>
                    <a:effectLst/>
                    <a:uLnTx/>
                    <a:uFillTx/>
                    <a:latin typeface="Arial" pitchFamily="34" charset="0"/>
                    <a:ea typeface="ヒラギノ角ゴ Pro W3"/>
                  </a:rPr>
                  <a:t>Live Org/Regions</a:t>
                </a:r>
              </a:p>
            </p:txBody>
          </p:sp>
          <p:sp>
            <p:nvSpPr>
              <p:cNvPr id="73" name="Rectangle 10"/>
              <p:cNvSpPr>
                <a:spLocks noChangeArrowheads="1"/>
              </p:cNvSpPr>
              <p:nvPr/>
            </p:nvSpPr>
            <p:spPr bwMode="auto">
              <a:xfrm>
                <a:off x="7083672" y="6758782"/>
                <a:ext cx="3197824" cy="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79" tIns="51440" rIns="102879" bIns="51440">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600" b="1" i="0" u="none" strike="noStrike" kern="0" cap="none" spc="0" normalizeH="0" baseline="0" noProof="0" dirty="0">
                    <a:ln w="0"/>
                    <a:solidFill>
                      <a:prstClr val="black"/>
                    </a:solidFill>
                    <a:effectLst/>
                    <a:uLnTx/>
                    <a:uFillTx/>
                    <a:latin typeface="Arial" pitchFamily="34" charset="0"/>
                    <a:ea typeface="ヒラギノ角ゴ Pro W3"/>
                  </a:rPr>
                  <a:t>Contracts/ Development Sandbox</a:t>
                </a:r>
              </a:p>
            </p:txBody>
          </p:sp>
          <p:sp>
            <p:nvSpPr>
              <p:cNvPr id="74" name="Rectangle 73"/>
              <p:cNvSpPr/>
              <p:nvPr/>
            </p:nvSpPr>
            <p:spPr>
              <a:xfrm>
                <a:off x="530457" y="6196191"/>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WPD</a:t>
                </a:r>
              </a:p>
            </p:txBody>
          </p:sp>
          <p:sp>
            <p:nvSpPr>
              <p:cNvPr id="75" name="Rectangle 74"/>
              <p:cNvSpPr/>
              <p:nvPr/>
            </p:nvSpPr>
            <p:spPr>
              <a:xfrm>
                <a:off x="1505882" y="5383212"/>
                <a:ext cx="1044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DAMAGE</a:t>
                </a:r>
              </a:p>
            </p:txBody>
          </p:sp>
          <p:sp>
            <p:nvSpPr>
              <p:cNvPr id="76" name="Rectangle 75"/>
              <p:cNvSpPr/>
              <p:nvPr/>
            </p:nvSpPr>
            <p:spPr>
              <a:xfrm>
                <a:off x="550327" y="4922667"/>
                <a:ext cx="1119665" cy="2700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UKPNDev</a:t>
                </a:r>
              </a:p>
            </p:txBody>
          </p:sp>
          <p:sp>
            <p:nvSpPr>
              <p:cNvPr id="77" name="Rectangle 76"/>
              <p:cNvSpPr/>
              <p:nvPr/>
            </p:nvSpPr>
            <p:spPr>
              <a:xfrm>
                <a:off x="588962" y="5803391"/>
                <a:ext cx="1008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SWAPOS</a:t>
                </a:r>
              </a:p>
            </p:txBody>
          </p:sp>
          <p:sp>
            <p:nvSpPr>
              <p:cNvPr id="78" name="Rectangle 77"/>
              <p:cNvSpPr/>
              <p:nvPr/>
            </p:nvSpPr>
            <p:spPr>
              <a:xfrm>
                <a:off x="1375869" y="6161878"/>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SWA</a:t>
                </a:r>
              </a:p>
            </p:txBody>
          </p:sp>
          <p:sp>
            <p:nvSpPr>
              <p:cNvPr id="79" name="Rectangle 78"/>
              <p:cNvSpPr/>
              <p:nvPr/>
            </p:nvSpPr>
            <p:spPr>
              <a:xfrm>
                <a:off x="1477381" y="4443368"/>
                <a:ext cx="1107444" cy="28646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SCCCentral</a:t>
                </a:r>
              </a:p>
            </p:txBody>
          </p:sp>
          <p:sp>
            <p:nvSpPr>
              <p:cNvPr id="80" name="Rectangle 79"/>
              <p:cNvSpPr/>
              <p:nvPr/>
            </p:nvSpPr>
            <p:spPr>
              <a:xfrm>
                <a:off x="648658" y="5399294"/>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MRS</a:t>
                </a:r>
              </a:p>
            </p:txBody>
          </p:sp>
          <p:sp>
            <p:nvSpPr>
              <p:cNvPr id="81" name="Rectangle 80"/>
              <p:cNvSpPr/>
              <p:nvPr/>
            </p:nvSpPr>
            <p:spPr>
              <a:xfrm>
                <a:off x="1742281" y="5798323"/>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EDF</a:t>
                </a:r>
              </a:p>
            </p:txBody>
          </p:sp>
          <p:sp>
            <p:nvSpPr>
              <p:cNvPr id="82" name="Rectangle 81"/>
              <p:cNvSpPr/>
              <p:nvPr/>
            </p:nvSpPr>
            <p:spPr>
              <a:xfrm>
                <a:off x="1879191" y="4922667"/>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WGA</a:t>
                </a:r>
              </a:p>
            </p:txBody>
          </p:sp>
          <p:sp>
            <p:nvSpPr>
              <p:cNvPr id="83" name="Rectangle 82"/>
              <p:cNvSpPr/>
              <p:nvPr/>
            </p:nvSpPr>
            <p:spPr>
              <a:xfrm>
                <a:off x="496681" y="4364831"/>
                <a:ext cx="2160000" cy="2558898"/>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84" name="Rectangle 83"/>
              <p:cNvSpPr/>
              <p:nvPr/>
            </p:nvSpPr>
            <p:spPr>
              <a:xfrm>
                <a:off x="3286081" y="6225784"/>
                <a:ext cx="540000" cy="2504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AW</a:t>
                </a:r>
              </a:p>
            </p:txBody>
          </p:sp>
          <p:sp>
            <p:nvSpPr>
              <p:cNvPr id="85" name="Rectangle 84"/>
              <p:cNvSpPr/>
              <p:nvPr/>
            </p:nvSpPr>
            <p:spPr>
              <a:xfrm>
                <a:off x="3270727" y="4491089"/>
                <a:ext cx="54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BT</a:t>
                </a:r>
              </a:p>
            </p:txBody>
          </p:sp>
          <p:sp>
            <p:nvSpPr>
              <p:cNvPr id="87" name="Rectangle 86"/>
              <p:cNvSpPr/>
              <p:nvPr/>
            </p:nvSpPr>
            <p:spPr>
              <a:xfrm>
                <a:off x="3270727" y="5847129"/>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SPSC</a:t>
                </a:r>
              </a:p>
            </p:txBody>
          </p:sp>
          <p:sp>
            <p:nvSpPr>
              <p:cNvPr id="88" name="Rectangle 87"/>
              <p:cNvSpPr/>
              <p:nvPr/>
            </p:nvSpPr>
            <p:spPr>
              <a:xfrm>
                <a:off x="3270727" y="6584225"/>
                <a:ext cx="108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SCCSouth</a:t>
                </a:r>
              </a:p>
            </p:txBody>
          </p:sp>
          <p:sp>
            <p:nvSpPr>
              <p:cNvPr id="89" name="Rectangle 88"/>
              <p:cNvSpPr/>
              <p:nvPr/>
            </p:nvSpPr>
            <p:spPr>
              <a:xfrm>
                <a:off x="4180681" y="5389929"/>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MAM</a:t>
                </a:r>
              </a:p>
            </p:txBody>
          </p:sp>
          <p:sp>
            <p:nvSpPr>
              <p:cNvPr id="90" name="Rectangle 89"/>
              <p:cNvSpPr/>
              <p:nvPr/>
            </p:nvSpPr>
            <p:spPr>
              <a:xfrm>
                <a:off x="4219327" y="5801642"/>
                <a:ext cx="54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SW</a:t>
                </a:r>
              </a:p>
            </p:txBody>
          </p:sp>
          <p:sp>
            <p:nvSpPr>
              <p:cNvPr id="91" name="Rectangle 90"/>
              <p:cNvSpPr/>
              <p:nvPr/>
            </p:nvSpPr>
            <p:spPr>
              <a:xfrm>
                <a:off x="3287281" y="5406234"/>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BPS</a:t>
                </a:r>
              </a:p>
            </p:txBody>
          </p:sp>
          <p:sp>
            <p:nvSpPr>
              <p:cNvPr id="92" name="Rectangle 91"/>
              <p:cNvSpPr/>
              <p:nvPr/>
            </p:nvSpPr>
            <p:spPr>
              <a:xfrm>
                <a:off x="3113881" y="4351030"/>
                <a:ext cx="2160000" cy="2572698"/>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93" name="Rectangle 92"/>
              <p:cNvSpPr/>
              <p:nvPr/>
            </p:nvSpPr>
            <p:spPr>
              <a:xfrm>
                <a:off x="4450680" y="4932729"/>
                <a:ext cx="54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TW</a:t>
                </a:r>
              </a:p>
            </p:txBody>
          </p:sp>
          <p:sp>
            <p:nvSpPr>
              <p:cNvPr id="94" name="Rectangle 93"/>
              <p:cNvSpPr/>
              <p:nvPr/>
            </p:nvSpPr>
            <p:spPr>
              <a:xfrm>
                <a:off x="3275147" y="4935483"/>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TWM</a:t>
                </a:r>
              </a:p>
            </p:txBody>
          </p:sp>
          <p:sp>
            <p:nvSpPr>
              <p:cNvPr id="95" name="Rectangle 94"/>
              <p:cNvSpPr/>
              <p:nvPr/>
            </p:nvSpPr>
            <p:spPr>
              <a:xfrm>
                <a:off x="6335280" y="5441944"/>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NPG</a:t>
                </a:r>
              </a:p>
            </p:txBody>
          </p:sp>
          <p:sp>
            <p:nvSpPr>
              <p:cNvPr id="96" name="Rectangle 95"/>
              <p:cNvSpPr/>
              <p:nvPr/>
            </p:nvSpPr>
            <p:spPr>
              <a:xfrm>
                <a:off x="5753700" y="4974431"/>
                <a:ext cx="720000" cy="2700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NCES</a:t>
                </a:r>
              </a:p>
            </p:txBody>
          </p:sp>
          <p:sp>
            <p:nvSpPr>
              <p:cNvPr id="97" name="Rectangle 96"/>
              <p:cNvSpPr/>
              <p:nvPr/>
            </p:nvSpPr>
            <p:spPr>
              <a:xfrm>
                <a:off x="6723673" y="4517231"/>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NDS</a:t>
                </a:r>
              </a:p>
            </p:txBody>
          </p:sp>
          <p:sp>
            <p:nvSpPr>
              <p:cNvPr id="98" name="Rectangle 97"/>
              <p:cNvSpPr/>
              <p:nvPr/>
            </p:nvSpPr>
            <p:spPr>
              <a:xfrm>
                <a:off x="6735306" y="4974431"/>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CMS</a:t>
                </a:r>
              </a:p>
            </p:txBody>
          </p:sp>
          <p:sp>
            <p:nvSpPr>
              <p:cNvPr id="99" name="Rectangle 98"/>
              <p:cNvSpPr/>
              <p:nvPr/>
            </p:nvSpPr>
            <p:spPr>
              <a:xfrm>
                <a:off x="5628481" y="4351032"/>
                <a:ext cx="2160000" cy="2364637"/>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100" name="Rectangle 99"/>
              <p:cNvSpPr/>
              <p:nvPr/>
            </p:nvSpPr>
            <p:spPr>
              <a:xfrm>
                <a:off x="8534545" y="4933031"/>
                <a:ext cx="1440000" cy="2700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EONSMDev</a:t>
                </a:r>
              </a:p>
            </p:txBody>
          </p:sp>
          <p:sp>
            <p:nvSpPr>
              <p:cNvPr id="101" name="Rectangle 100"/>
              <p:cNvSpPr/>
              <p:nvPr/>
            </p:nvSpPr>
            <p:spPr>
              <a:xfrm>
                <a:off x="8192881" y="4351031"/>
                <a:ext cx="2160000" cy="2376000"/>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
            <p:nvSpPr>
              <p:cNvPr id="102" name="Rectangle 101"/>
              <p:cNvSpPr/>
              <p:nvPr/>
            </p:nvSpPr>
            <p:spPr>
              <a:xfrm>
                <a:off x="5734086" y="4546506"/>
                <a:ext cx="720000" cy="270302"/>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CWA</a:t>
                </a:r>
              </a:p>
            </p:txBody>
          </p:sp>
          <p:sp>
            <p:nvSpPr>
              <p:cNvPr id="103" name="Rectangle 102"/>
              <p:cNvSpPr/>
              <p:nvPr/>
            </p:nvSpPr>
            <p:spPr>
              <a:xfrm>
                <a:off x="6029281" y="6316452"/>
                <a:ext cx="1332000" cy="2700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WelshWater</a:t>
                </a:r>
              </a:p>
            </p:txBody>
          </p:sp>
          <p:sp>
            <p:nvSpPr>
              <p:cNvPr id="104" name="Rectangle 103"/>
              <p:cNvSpPr/>
              <p:nvPr/>
            </p:nvSpPr>
            <p:spPr>
              <a:xfrm>
                <a:off x="6085681" y="5888831"/>
                <a:ext cx="1116000" cy="2700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POSNorth</a:t>
                </a:r>
              </a:p>
            </p:txBody>
          </p:sp>
          <p:cxnSp>
            <p:nvCxnSpPr>
              <p:cNvPr id="105" name="Straight Connector 104"/>
              <p:cNvCxnSpPr/>
              <p:nvPr/>
            </p:nvCxnSpPr>
            <p:spPr>
              <a:xfrm flipH="1">
                <a:off x="2885281" y="1385828"/>
                <a:ext cx="0" cy="5200624"/>
              </a:xfrm>
              <a:prstGeom prst="line">
                <a:avLst/>
              </a:prstGeom>
              <a:noFill/>
              <a:ln w="19050" cap="flat" cmpd="sng" algn="ctr">
                <a:solidFill>
                  <a:srgbClr val="4F81BD">
                    <a:shade val="95000"/>
                    <a:satMod val="105000"/>
                  </a:srgbClr>
                </a:solidFill>
                <a:prstDash val="dash"/>
              </a:ln>
              <a:effectLst/>
            </p:spPr>
          </p:cxnSp>
          <p:cxnSp>
            <p:nvCxnSpPr>
              <p:cNvPr id="106" name="Straight Connector 105"/>
              <p:cNvCxnSpPr/>
              <p:nvPr/>
            </p:nvCxnSpPr>
            <p:spPr>
              <a:xfrm flipH="1">
                <a:off x="5476081" y="1389888"/>
                <a:ext cx="0" cy="5200624"/>
              </a:xfrm>
              <a:prstGeom prst="line">
                <a:avLst/>
              </a:prstGeom>
              <a:noFill/>
              <a:ln w="19050" cap="flat" cmpd="sng" algn="ctr">
                <a:solidFill>
                  <a:srgbClr val="4F81BD">
                    <a:shade val="95000"/>
                    <a:satMod val="105000"/>
                  </a:srgbClr>
                </a:solidFill>
                <a:prstDash val="dash"/>
              </a:ln>
              <a:effectLst/>
            </p:spPr>
          </p:cxnSp>
          <p:cxnSp>
            <p:nvCxnSpPr>
              <p:cNvPr id="107" name="Straight Connector 106"/>
              <p:cNvCxnSpPr/>
              <p:nvPr/>
            </p:nvCxnSpPr>
            <p:spPr>
              <a:xfrm flipH="1">
                <a:off x="7990681" y="1393031"/>
                <a:ext cx="0" cy="5200624"/>
              </a:xfrm>
              <a:prstGeom prst="line">
                <a:avLst/>
              </a:prstGeom>
              <a:noFill/>
              <a:ln w="19050" cap="flat" cmpd="sng" algn="ctr">
                <a:solidFill>
                  <a:srgbClr val="4F81BD">
                    <a:shade val="95000"/>
                    <a:satMod val="105000"/>
                  </a:srgbClr>
                </a:solidFill>
                <a:prstDash val="dash"/>
              </a:ln>
              <a:effectLst/>
            </p:spPr>
          </p:cxnSp>
        </p:grpSp>
        <p:sp>
          <p:nvSpPr>
            <p:cNvPr id="109" name="Rectangle 108"/>
            <p:cNvSpPr/>
            <p:nvPr/>
          </p:nvSpPr>
          <p:spPr>
            <a:xfrm>
              <a:off x="598748" y="4096933"/>
              <a:ext cx="938908" cy="245684"/>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TRIIO</a:t>
              </a:r>
            </a:p>
          </p:txBody>
        </p:sp>
        <p:sp>
          <p:nvSpPr>
            <p:cNvPr id="55" name="Rectangle 54"/>
            <p:cNvSpPr/>
            <p:nvPr/>
          </p:nvSpPr>
          <p:spPr>
            <a:xfrm>
              <a:off x="4428591" y="5643570"/>
              <a:ext cx="822977" cy="288951"/>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TWXX</a:t>
              </a:r>
            </a:p>
          </p:txBody>
        </p:sp>
      </p:grpSp>
      <p:sp>
        <p:nvSpPr>
          <p:cNvPr id="110" name="Rectangle 109"/>
          <p:cNvSpPr/>
          <p:nvPr/>
        </p:nvSpPr>
        <p:spPr>
          <a:xfrm>
            <a:off x="4314751" y="3901433"/>
            <a:ext cx="1223064" cy="250523"/>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latin typeface="Calibri"/>
                <a:ea typeface="+mn-ea"/>
                <a:cs typeface="+mn-cs"/>
              </a:rPr>
              <a:t>TRACKER</a:t>
            </a:r>
          </a:p>
        </p:txBody>
      </p:sp>
    </p:spTree>
    <p:extLst>
      <p:ext uri="{BB962C8B-B14F-4D97-AF65-F5344CB8AC3E}">
        <p14:creationId xmlns:p14="http://schemas.microsoft.com/office/powerpoint/2010/main" val="405490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CF1DE3-4D38-4BB5-9B9A-9B524463E5BD}"/>
              </a:ext>
            </a:extLst>
          </p:cNvPr>
          <p:cNvSpPr>
            <a:spLocks noGrp="1"/>
          </p:cNvSpPr>
          <p:nvPr>
            <p:ph type="title"/>
          </p:nvPr>
        </p:nvSpPr>
        <p:spPr>
          <a:xfrm>
            <a:off x="115910" y="110179"/>
            <a:ext cx="9855404" cy="796826"/>
          </a:xfrm>
        </p:spPr>
        <p:txBody>
          <a:bodyPr>
            <a:noAutofit/>
          </a:bodyPr>
          <a:lstStyle/>
          <a:p>
            <a:br>
              <a:rPr lang="en-US" dirty="0"/>
            </a:br>
            <a:r>
              <a:rPr lang="en-US" dirty="0"/>
              <a:t>Major Applications Supported as per work inflow </a:t>
            </a:r>
            <a:br>
              <a:rPr lang="en-US" dirty="0"/>
            </a:br>
            <a:endParaRPr lang="en-IN" dirty="0"/>
          </a:p>
        </p:txBody>
      </p:sp>
      <p:sp>
        <p:nvSpPr>
          <p:cNvPr id="9" name="Date Placeholder 8">
            <a:extLst>
              <a:ext uri="{FF2B5EF4-FFF2-40B4-BE49-F238E27FC236}">
                <a16:creationId xmlns:a16="http://schemas.microsoft.com/office/drawing/2014/main" id="{F3653B68-F13E-4788-BD9B-59BEA1340DC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12168B2-A7CD-4CEA-AFA2-F98536A54A14}" type="datetime1">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1/24/2020</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 name="Footer Placeholder 9">
            <a:extLst>
              <a:ext uri="{FF2B5EF4-FFF2-40B4-BE49-F238E27FC236}">
                <a16:creationId xmlns:a16="http://schemas.microsoft.com/office/drawing/2014/main" id="{F9C0880A-1F0E-47E5-9562-E63D25F772A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www.zensar.com | </a:t>
            </a:r>
            <a:r>
              <a:rPr kumimoji="0" lang="de-DE"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 </a:t>
            </a:r>
            <a:r>
              <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Zensar Technologies 2018</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endParaRPr>
          </a:p>
        </p:txBody>
      </p:sp>
      <p:sp>
        <p:nvSpPr>
          <p:cNvPr id="11" name="Slide Number Placeholder 10">
            <a:extLst>
              <a:ext uri="{FF2B5EF4-FFF2-40B4-BE49-F238E27FC236}">
                <a16:creationId xmlns:a16="http://schemas.microsoft.com/office/drawing/2014/main" id="{CED0AC5C-EE74-4086-86DB-1C90A8E77F67}"/>
              </a:ext>
            </a:extLst>
          </p:cNvPr>
          <p:cNvSpPr>
            <a:spLocks noGrp="1"/>
          </p:cNvSpPr>
          <p:nvPr>
            <p:ph type="sldNum" sz="quarter" idx="12"/>
          </p:nvPr>
        </p:nvSpPr>
        <p:spPr>
          <a:xfrm>
            <a:off x="11001828" y="6506478"/>
            <a:ext cx="35197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A6ED64-E086-8F49-8C8D-88791C756DA0}"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2" name="Rectangle: Rounded Corners 1"/>
          <p:cNvSpPr/>
          <p:nvPr/>
        </p:nvSpPr>
        <p:spPr>
          <a:xfrm>
            <a:off x="838200" y="1350035"/>
            <a:ext cx="3309258" cy="289525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a:solidFill>
                  <a:schemeClr val="bg1"/>
                </a:solidFill>
              </a:rPr>
              <a:t>OptiMUS</a:t>
            </a:r>
            <a:r>
              <a:rPr lang="en-IN" sz="2400" dirty="0">
                <a:solidFill>
                  <a:schemeClr val="bg1"/>
                </a:solidFill>
              </a:rPr>
              <a:t> BT</a:t>
            </a:r>
          </a:p>
          <a:p>
            <a:pPr algn="ctr"/>
            <a:endParaRPr lang="en-IN" sz="2400" dirty="0">
              <a:solidFill>
                <a:schemeClr val="bg1"/>
              </a:solidFill>
            </a:endParaRPr>
          </a:p>
          <a:p>
            <a:pPr marL="285750" indent="-285750">
              <a:buFont typeface="Arial" panose="020B0604020202020204" pitchFamily="34" charset="0"/>
              <a:buChar char="•"/>
            </a:pPr>
            <a:r>
              <a:rPr lang="en-IN" dirty="0">
                <a:solidFill>
                  <a:schemeClr val="bg1"/>
                </a:solidFill>
              </a:rPr>
              <a:t>ONSA  </a:t>
            </a:r>
          </a:p>
          <a:p>
            <a:pPr marL="285750" indent="-285750">
              <a:buFont typeface="Arial" panose="020B0604020202020204" pitchFamily="34" charset="0"/>
              <a:buChar char="•"/>
            </a:pPr>
            <a:r>
              <a:rPr lang="en-IN" dirty="0">
                <a:solidFill>
                  <a:schemeClr val="bg1"/>
                </a:solidFill>
              </a:rPr>
              <a:t>Skill Matrix</a:t>
            </a:r>
          </a:p>
          <a:p>
            <a:pPr marL="285750" indent="-285750">
              <a:buFont typeface="Arial" panose="020B0604020202020204" pitchFamily="34" charset="0"/>
              <a:buChar char="•"/>
            </a:pPr>
            <a:r>
              <a:rPr lang="en-IN" dirty="0">
                <a:solidFill>
                  <a:schemeClr val="bg1"/>
                </a:solidFill>
              </a:rPr>
              <a:t>SQL migration </a:t>
            </a:r>
          </a:p>
          <a:p>
            <a:pPr marL="285750" indent="-285750">
              <a:buFont typeface="Arial" panose="020B0604020202020204" pitchFamily="34" charset="0"/>
              <a:buChar char="•"/>
            </a:pPr>
            <a:r>
              <a:rPr lang="en-IN" dirty="0">
                <a:solidFill>
                  <a:schemeClr val="bg1"/>
                </a:solidFill>
              </a:rPr>
              <a:t>RA Apps</a:t>
            </a:r>
          </a:p>
          <a:p>
            <a:pPr marL="285750" indent="-285750">
              <a:buFont typeface="Arial" panose="020B0604020202020204" pitchFamily="34" charset="0"/>
              <a:buChar char="•"/>
            </a:pPr>
            <a:r>
              <a:rPr lang="en-IN" dirty="0">
                <a:solidFill>
                  <a:schemeClr val="bg1"/>
                </a:solidFill>
              </a:rPr>
              <a:t>MTS App Store</a:t>
            </a:r>
          </a:p>
          <a:p>
            <a:pPr marL="285750" indent="-285750">
              <a:buFont typeface="Arial" panose="020B0604020202020204" pitchFamily="34" charset="0"/>
              <a:buChar char="•"/>
            </a:pPr>
            <a:r>
              <a:rPr lang="en-IN" dirty="0">
                <a:solidFill>
                  <a:schemeClr val="bg1"/>
                </a:solidFill>
              </a:rPr>
              <a:t>BT Monitoring</a:t>
            </a:r>
          </a:p>
        </p:txBody>
      </p:sp>
      <p:sp>
        <p:nvSpPr>
          <p:cNvPr id="15" name="Rectangle: Rounded Corners 14"/>
          <p:cNvSpPr/>
          <p:nvPr/>
        </p:nvSpPr>
        <p:spPr>
          <a:xfrm>
            <a:off x="7545615" y="1350035"/>
            <a:ext cx="3309258" cy="289525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1"/>
                </a:solidFill>
              </a:rPr>
              <a:t>Thames Water </a:t>
            </a:r>
          </a:p>
          <a:p>
            <a:pPr algn="ctr"/>
            <a:endParaRPr lang="en-IN" sz="2400" dirty="0">
              <a:solidFill>
                <a:schemeClr val="bg1"/>
              </a:solidFill>
            </a:endParaRPr>
          </a:p>
          <a:p>
            <a:pPr marL="285750" indent="-285750">
              <a:buFont typeface="Arial" panose="020B0604020202020204" pitchFamily="34" charset="0"/>
              <a:buChar char="•"/>
            </a:pPr>
            <a:r>
              <a:rPr lang="en-IN" dirty="0">
                <a:solidFill>
                  <a:schemeClr val="bg1"/>
                </a:solidFill>
              </a:rPr>
              <a:t>TW Progressive Metering </a:t>
            </a:r>
          </a:p>
          <a:p>
            <a:pPr marL="285750" indent="-285750">
              <a:buFont typeface="Arial" panose="020B0604020202020204" pitchFamily="34" charset="0"/>
              <a:buChar char="•"/>
            </a:pPr>
            <a:r>
              <a:rPr lang="en-IN" dirty="0">
                <a:solidFill>
                  <a:schemeClr val="bg1"/>
                </a:solidFill>
              </a:rPr>
              <a:t>TW Data Services   </a:t>
            </a:r>
          </a:p>
          <a:p>
            <a:pPr marL="285750" indent="-285750">
              <a:buFont typeface="Arial" panose="020B0604020202020204" pitchFamily="34" charset="0"/>
              <a:buChar char="•"/>
            </a:pPr>
            <a:r>
              <a:rPr lang="en-IN" dirty="0">
                <a:solidFill>
                  <a:schemeClr val="bg1"/>
                </a:solidFill>
              </a:rPr>
              <a:t>TWIA MCW</a:t>
            </a:r>
          </a:p>
          <a:p>
            <a:pPr marL="285750" indent="-285750">
              <a:buFont typeface="Arial" panose="020B0604020202020204" pitchFamily="34" charset="0"/>
              <a:buChar char="•"/>
            </a:pPr>
            <a:r>
              <a:rPr lang="en-IN" dirty="0">
                <a:solidFill>
                  <a:schemeClr val="bg1"/>
                </a:solidFill>
              </a:rPr>
              <a:t>TW CSL</a:t>
            </a:r>
          </a:p>
          <a:p>
            <a:pPr marL="285750" indent="-285750">
              <a:buFont typeface="Arial" panose="020B0604020202020204" pitchFamily="34" charset="0"/>
              <a:buChar char="•"/>
            </a:pPr>
            <a:r>
              <a:rPr lang="en-IN" dirty="0">
                <a:solidFill>
                  <a:schemeClr val="bg1"/>
                </a:solidFill>
              </a:rPr>
              <a:t>TW Meter mobilization </a:t>
            </a:r>
          </a:p>
          <a:p>
            <a:pPr marL="285750" indent="-285750">
              <a:buFont typeface="Arial" panose="020B0604020202020204" pitchFamily="34" charset="0"/>
              <a:buChar char="•"/>
            </a:pPr>
            <a:r>
              <a:rPr lang="en-IN" dirty="0">
                <a:solidFill>
                  <a:schemeClr val="bg1"/>
                </a:solidFill>
              </a:rPr>
              <a:t>TW daily Monitoring</a:t>
            </a:r>
          </a:p>
        </p:txBody>
      </p:sp>
      <p:sp>
        <p:nvSpPr>
          <p:cNvPr id="17" name="Rectangle: Rounded Corners 16"/>
          <p:cNvSpPr/>
          <p:nvPr/>
        </p:nvSpPr>
        <p:spPr>
          <a:xfrm>
            <a:off x="2452914" y="4688319"/>
            <a:ext cx="1585686" cy="71265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a:solidFill>
                  <a:schemeClr val="bg1"/>
                </a:solidFill>
              </a:rPr>
              <a:t>SCCP</a:t>
            </a:r>
          </a:p>
          <a:p>
            <a:pPr marL="285750" indent="-285750" algn="ctr">
              <a:buFont typeface="Arial" panose="020B0604020202020204" pitchFamily="34" charset="0"/>
              <a:buChar char="•"/>
            </a:pPr>
            <a:endParaRPr lang="en-IN" dirty="0">
              <a:solidFill>
                <a:schemeClr val="bg1"/>
              </a:solidFill>
            </a:endParaRPr>
          </a:p>
        </p:txBody>
      </p:sp>
      <p:sp>
        <p:nvSpPr>
          <p:cNvPr id="18" name="Rectangle: Rounded Corners 17"/>
          <p:cNvSpPr/>
          <p:nvPr/>
        </p:nvSpPr>
        <p:spPr>
          <a:xfrm>
            <a:off x="9194346" y="4703096"/>
            <a:ext cx="1553936" cy="697878"/>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a:solidFill>
                  <a:schemeClr val="bg1"/>
                </a:solidFill>
              </a:rPr>
              <a:t>EON</a:t>
            </a:r>
          </a:p>
          <a:p>
            <a:pPr marL="285750" indent="-285750" algn="ctr">
              <a:buFont typeface="Arial" panose="020B0604020202020204" pitchFamily="34" charset="0"/>
              <a:buChar char="•"/>
            </a:pPr>
            <a:endParaRPr lang="en-IN" dirty="0">
              <a:solidFill>
                <a:schemeClr val="bg1"/>
              </a:solidFill>
            </a:endParaRPr>
          </a:p>
        </p:txBody>
      </p:sp>
      <p:sp>
        <p:nvSpPr>
          <p:cNvPr id="19" name="Rectangle: Rounded Corners 18"/>
          <p:cNvSpPr/>
          <p:nvPr/>
        </p:nvSpPr>
        <p:spPr>
          <a:xfrm>
            <a:off x="7640410" y="4688318"/>
            <a:ext cx="1358447" cy="71265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err="1">
                <a:solidFill>
                  <a:schemeClr val="bg1"/>
                </a:solidFill>
              </a:rPr>
              <a:t>TRiiO</a:t>
            </a:r>
            <a:endParaRPr lang="en-IN" sz="2400" dirty="0">
              <a:solidFill>
                <a:schemeClr val="bg1"/>
              </a:solidFill>
            </a:endParaRPr>
          </a:p>
          <a:p>
            <a:pPr marL="285750" indent="-285750" algn="ctr">
              <a:buFont typeface="Arial" panose="020B0604020202020204" pitchFamily="34" charset="0"/>
              <a:buChar char="•"/>
            </a:pPr>
            <a:endParaRPr lang="en-IN" dirty="0">
              <a:solidFill>
                <a:schemeClr val="bg1"/>
              </a:solidFill>
            </a:endParaRPr>
          </a:p>
        </p:txBody>
      </p:sp>
      <p:sp>
        <p:nvSpPr>
          <p:cNvPr id="20" name="Rectangle: Rounded Corners 19"/>
          <p:cNvSpPr/>
          <p:nvPr/>
        </p:nvSpPr>
        <p:spPr>
          <a:xfrm>
            <a:off x="4233861" y="4692641"/>
            <a:ext cx="3278415" cy="723111"/>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r>
              <a:rPr lang="en-IN" sz="2400" dirty="0" err="1"/>
              <a:t>Xactium</a:t>
            </a:r>
            <a:r>
              <a:rPr lang="en-IN" sz="2400" dirty="0"/>
              <a:t> Risk Manager</a:t>
            </a:r>
          </a:p>
          <a:p>
            <a:pPr marL="285750" indent="-285750" algn="ctr">
              <a:buFont typeface="Arial" panose="020B0604020202020204" pitchFamily="34" charset="0"/>
              <a:buChar char="•"/>
            </a:pPr>
            <a:endParaRPr lang="en-IN" dirty="0">
              <a:solidFill>
                <a:schemeClr val="bg1"/>
              </a:solidFill>
            </a:endParaRPr>
          </a:p>
        </p:txBody>
      </p:sp>
      <p:sp>
        <p:nvSpPr>
          <p:cNvPr id="21" name="Rectangle: Rounded Corners 20"/>
          <p:cNvSpPr/>
          <p:nvPr/>
        </p:nvSpPr>
        <p:spPr>
          <a:xfrm>
            <a:off x="838201" y="4688319"/>
            <a:ext cx="1280886" cy="712655"/>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r>
              <a:rPr lang="en-IN" sz="2400" dirty="0"/>
              <a:t>HR </a:t>
            </a:r>
            <a:r>
              <a:rPr lang="en-IN" sz="2400" dirty="0" err="1"/>
              <a:t>.Net</a:t>
            </a:r>
            <a:endParaRPr lang="en-IN" sz="2400" dirty="0"/>
          </a:p>
          <a:p>
            <a:pPr marL="285750" indent="-285750" algn="ctr">
              <a:buFont typeface="Arial" panose="020B0604020202020204" pitchFamily="34" charset="0"/>
              <a:buChar char="•"/>
            </a:pPr>
            <a:endParaRPr lang="en-IN" dirty="0">
              <a:solidFill>
                <a:schemeClr val="bg1"/>
              </a:solidFill>
            </a:endParaRPr>
          </a:p>
        </p:txBody>
      </p:sp>
      <p:sp>
        <p:nvSpPr>
          <p:cNvPr id="22" name="Rectangle: Rounded Corners 21"/>
          <p:cNvSpPr/>
          <p:nvPr/>
        </p:nvSpPr>
        <p:spPr>
          <a:xfrm>
            <a:off x="4793796" y="1299122"/>
            <a:ext cx="2158546" cy="818703"/>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r>
              <a:rPr lang="en-IN" sz="2400" dirty="0"/>
              <a:t>MGS </a:t>
            </a:r>
            <a:r>
              <a:rPr lang="en-IN" sz="2400" dirty="0" err="1"/>
              <a:t>Sharepoint</a:t>
            </a:r>
            <a:r>
              <a:rPr lang="en-IN" sz="2400" dirty="0"/>
              <a:t> </a:t>
            </a:r>
          </a:p>
          <a:p>
            <a:pPr marL="285750" indent="-285750" algn="ctr">
              <a:buFont typeface="Arial" panose="020B0604020202020204" pitchFamily="34" charset="0"/>
              <a:buChar char="•"/>
            </a:pPr>
            <a:endParaRPr lang="en-IN" dirty="0">
              <a:solidFill>
                <a:schemeClr val="bg1"/>
              </a:solidFill>
            </a:endParaRPr>
          </a:p>
        </p:txBody>
      </p:sp>
      <p:sp>
        <p:nvSpPr>
          <p:cNvPr id="23" name="Rectangle: Rounded Corners 22"/>
          <p:cNvSpPr/>
          <p:nvPr/>
        </p:nvSpPr>
        <p:spPr>
          <a:xfrm>
            <a:off x="4793796" y="2388310"/>
            <a:ext cx="2158546" cy="818703"/>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r>
              <a:rPr lang="en-IN" sz="2400" dirty="0"/>
              <a:t>MTS RA App</a:t>
            </a:r>
          </a:p>
          <a:p>
            <a:pPr marL="285750" indent="-285750" algn="ctr">
              <a:buFont typeface="Arial" panose="020B0604020202020204" pitchFamily="34" charset="0"/>
              <a:buChar char="•"/>
            </a:pPr>
            <a:endParaRPr lang="en-IN" dirty="0">
              <a:solidFill>
                <a:schemeClr val="bg1"/>
              </a:solidFill>
            </a:endParaRPr>
          </a:p>
        </p:txBody>
      </p:sp>
      <p:sp>
        <p:nvSpPr>
          <p:cNvPr id="24" name="Rectangle: Rounded Corners 23"/>
          <p:cNvSpPr/>
          <p:nvPr/>
        </p:nvSpPr>
        <p:spPr>
          <a:xfrm>
            <a:off x="4793796" y="3448978"/>
            <a:ext cx="2158546" cy="818703"/>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r>
              <a:rPr lang="en-IN" sz="2400" dirty="0"/>
              <a:t>MTS App Store</a:t>
            </a:r>
          </a:p>
          <a:p>
            <a:pPr marL="285750" indent="-285750" algn="ctr">
              <a:buFont typeface="Arial" panose="020B0604020202020204" pitchFamily="34" charset="0"/>
              <a:buChar char="•"/>
            </a:pPr>
            <a:endParaRPr lang="en-IN" dirty="0">
              <a:solidFill>
                <a:schemeClr val="bg1"/>
              </a:solidFill>
            </a:endParaRPr>
          </a:p>
        </p:txBody>
      </p:sp>
      <p:sp>
        <p:nvSpPr>
          <p:cNvPr id="25" name="Rectangle: Rounded Corners 24"/>
          <p:cNvSpPr/>
          <p:nvPr/>
        </p:nvSpPr>
        <p:spPr>
          <a:xfrm>
            <a:off x="898978" y="5650421"/>
            <a:ext cx="1553936" cy="71265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a:solidFill>
                  <a:schemeClr val="bg1"/>
                </a:solidFill>
              </a:rPr>
              <a:t>Tracker </a:t>
            </a:r>
          </a:p>
          <a:p>
            <a:pPr marL="285750" indent="-285750" algn="ctr">
              <a:buFont typeface="Arial" panose="020B0604020202020204" pitchFamily="34" charset="0"/>
              <a:buChar char="•"/>
            </a:pPr>
            <a:endParaRPr lang="en-IN" dirty="0">
              <a:solidFill>
                <a:schemeClr val="bg1"/>
              </a:solidFill>
            </a:endParaRPr>
          </a:p>
        </p:txBody>
      </p:sp>
      <p:sp>
        <p:nvSpPr>
          <p:cNvPr id="26" name="Rectangle: Rounded Corners 25"/>
          <p:cNvSpPr/>
          <p:nvPr/>
        </p:nvSpPr>
        <p:spPr>
          <a:xfrm>
            <a:off x="2757714" y="5654786"/>
            <a:ext cx="1280886" cy="708292"/>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a:t>Oracle</a:t>
            </a:r>
          </a:p>
          <a:p>
            <a:pPr marL="285750" indent="-285750" algn="ctr">
              <a:buFont typeface="Arial" panose="020B0604020202020204" pitchFamily="34" charset="0"/>
              <a:buChar char="•"/>
            </a:pPr>
            <a:endParaRPr lang="en-IN" dirty="0">
              <a:solidFill>
                <a:schemeClr val="bg1"/>
              </a:solidFill>
            </a:endParaRPr>
          </a:p>
        </p:txBody>
      </p:sp>
      <p:sp>
        <p:nvSpPr>
          <p:cNvPr id="27" name="Rectangle: Rounded Corners 26"/>
          <p:cNvSpPr/>
          <p:nvPr/>
        </p:nvSpPr>
        <p:spPr>
          <a:xfrm>
            <a:off x="4434114" y="5612176"/>
            <a:ext cx="1545772" cy="750901"/>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endParaRPr>
          </a:p>
          <a:p>
            <a:pPr algn="ctr"/>
            <a:r>
              <a:rPr lang="en-IN" sz="2400" dirty="0"/>
              <a:t>HR </a:t>
            </a:r>
            <a:r>
              <a:rPr lang="en-IN" sz="2400" dirty="0" err="1"/>
              <a:t>.Net</a:t>
            </a:r>
            <a:endParaRPr lang="en-IN" sz="2400" dirty="0"/>
          </a:p>
          <a:p>
            <a:pPr marL="285750" indent="-285750" algn="ctr">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3678123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1" y="110179"/>
            <a:ext cx="5782614" cy="796826"/>
          </a:xfrm>
        </p:spPr>
        <p:txBody>
          <a:bodyPr/>
          <a:lstStyle/>
          <a:p>
            <a:r>
              <a:rPr lang="en-US"/>
              <a:t>TW Contract for Beginner</a:t>
            </a:r>
            <a:endParaRPr lang="en-IN" dirty="0"/>
          </a:p>
        </p:txBody>
      </p:sp>
      <p:pic>
        <p:nvPicPr>
          <p:cNvPr id="6" name="Picture 5"/>
          <p:cNvPicPr>
            <a:picLocks noChangeAspect="1"/>
          </p:cNvPicPr>
          <p:nvPr/>
        </p:nvPicPr>
        <p:blipFill>
          <a:blip r:embed="rId2"/>
          <a:stretch>
            <a:fillRect/>
          </a:stretch>
        </p:blipFill>
        <p:spPr>
          <a:xfrm>
            <a:off x="610014" y="1233091"/>
            <a:ext cx="10591386" cy="5345598"/>
          </a:xfrm>
          <a:prstGeom prst="rect">
            <a:avLst/>
          </a:prstGeom>
        </p:spPr>
      </p:pic>
    </p:spTree>
    <p:extLst>
      <p:ext uri="{BB962C8B-B14F-4D97-AF65-F5344CB8AC3E}">
        <p14:creationId xmlns:p14="http://schemas.microsoft.com/office/powerpoint/2010/main" val="38520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 Contract for Developers</a:t>
            </a:r>
            <a:endParaRPr lang="en-IN" dirty="0"/>
          </a:p>
        </p:txBody>
      </p:sp>
      <p:pic>
        <p:nvPicPr>
          <p:cNvPr id="10" name="Picture 9"/>
          <p:cNvPicPr>
            <a:picLocks noChangeAspect="1"/>
          </p:cNvPicPr>
          <p:nvPr/>
        </p:nvPicPr>
        <p:blipFill>
          <a:blip r:embed="rId2"/>
          <a:stretch>
            <a:fillRect/>
          </a:stretch>
        </p:blipFill>
        <p:spPr>
          <a:xfrm>
            <a:off x="203200" y="1041400"/>
            <a:ext cx="11518899" cy="5274078"/>
          </a:xfrm>
          <a:prstGeom prst="rect">
            <a:avLst/>
          </a:prstGeom>
        </p:spPr>
      </p:pic>
    </p:spTree>
    <p:extLst>
      <p:ext uri="{BB962C8B-B14F-4D97-AF65-F5344CB8AC3E}">
        <p14:creationId xmlns:p14="http://schemas.microsoft.com/office/powerpoint/2010/main" val="884000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CF1DE3-4D38-4BB5-9B9A-9B524463E5BD}"/>
              </a:ext>
            </a:extLst>
          </p:cNvPr>
          <p:cNvSpPr>
            <a:spLocks noGrp="1"/>
          </p:cNvSpPr>
          <p:nvPr>
            <p:ph type="title"/>
          </p:nvPr>
        </p:nvSpPr>
        <p:spPr>
          <a:xfrm>
            <a:off x="115911" y="110179"/>
            <a:ext cx="4441576" cy="796826"/>
          </a:xfrm>
        </p:spPr>
        <p:txBody>
          <a:bodyPr>
            <a:noAutofit/>
          </a:bodyPr>
          <a:lstStyle/>
          <a:p>
            <a:br>
              <a:rPr lang="en-US" dirty="0"/>
            </a:br>
            <a:r>
              <a:rPr lang="en-US" dirty="0"/>
              <a:t>Typical SR flow for Zensar</a:t>
            </a:r>
            <a:br>
              <a:rPr lang="en-US" dirty="0"/>
            </a:br>
            <a:endParaRPr lang="en-IN" dirty="0"/>
          </a:p>
        </p:txBody>
      </p:sp>
      <p:sp>
        <p:nvSpPr>
          <p:cNvPr id="9" name="Date Placeholder 8">
            <a:extLst>
              <a:ext uri="{FF2B5EF4-FFF2-40B4-BE49-F238E27FC236}">
                <a16:creationId xmlns:a16="http://schemas.microsoft.com/office/drawing/2014/main" id="{F3653B68-F13E-4788-BD9B-59BEA1340DC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12168B2-A7CD-4CEA-AFA2-F98536A54A14}" type="datetime1">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1/24/2020</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 name="Footer Placeholder 9">
            <a:extLst>
              <a:ext uri="{FF2B5EF4-FFF2-40B4-BE49-F238E27FC236}">
                <a16:creationId xmlns:a16="http://schemas.microsoft.com/office/drawing/2014/main" id="{F9C0880A-1F0E-47E5-9562-E63D25F772A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www.zensar.com | </a:t>
            </a:r>
            <a:r>
              <a:rPr kumimoji="0" lang="de-DE"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 </a:t>
            </a:r>
            <a:r>
              <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rPr>
              <a:t>Zensar Technologies 2018</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endParaRPr>
          </a:p>
        </p:txBody>
      </p:sp>
      <p:sp>
        <p:nvSpPr>
          <p:cNvPr id="11" name="Slide Number Placeholder 10">
            <a:extLst>
              <a:ext uri="{FF2B5EF4-FFF2-40B4-BE49-F238E27FC236}">
                <a16:creationId xmlns:a16="http://schemas.microsoft.com/office/drawing/2014/main" id="{CED0AC5C-EE74-4086-86DB-1C90A8E77F6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A6ED64-E086-8F49-8C8D-88791C756DA0}"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8" name="Rectangle 7"/>
          <p:cNvSpPr/>
          <p:nvPr/>
        </p:nvSpPr>
        <p:spPr>
          <a:xfrm>
            <a:off x="1270000" y="1321464"/>
            <a:ext cx="9652000" cy="523220"/>
          </a:xfrm>
          <a:prstGeom prst="rect">
            <a:avLst/>
          </a:prstGeom>
        </p:spPr>
        <p:txBody>
          <a:bodyPr wrap="square">
            <a:spAutoFit/>
          </a:bodyPr>
          <a:lstStyle/>
          <a:p>
            <a:pPr algn="ctr">
              <a:spcAft>
                <a:spcPts val="1800"/>
              </a:spcAft>
            </a:pPr>
            <a:r>
              <a:rPr lang="en-US" sz="2800" dirty="0"/>
              <a:t>Typical SR flow is as per below document </a:t>
            </a:r>
          </a:p>
        </p:txBody>
      </p:sp>
      <p:graphicFrame>
        <p:nvGraphicFramePr>
          <p:cNvPr id="12" name="Object 11"/>
          <p:cNvGraphicFramePr>
            <a:graphicFrameLocks noChangeAspect="1"/>
          </p:cNvGraphicFramePr>
          <p:nvPr>
            <p:extLst>
              <p:ext uri="{D42A27DB-BD31-4B8C-83A1-F6EECF244321}">
                <p14:modId xmlns:p14="http://schemas.microsoft.com/office/powerpoint/2010/main" val="3860600280"/>
              </p:ext>
            </p:extLst>
          </p:nvPr>
        </p:nvGraphicFramePr>
        <p:xfrm>
          <a:off x="4317999" y="2736850"/>
          <a:ext cx="2691057" cy="2270579"/>
        </p:xfrm>
        <a:graphic>
          <a:graphicData uri="http://schemas.openxmlformats.org/presentationml/2006/ole">
            <mc:AlternateContent xmlns:mc="http://schemas.openxmlformats.org/markup-compatibility/2006">
              <mc:Choice xmlns:v="urn:schemas-microsoft-com:vml" Requires="v">
                <p:oleObj spid="_x0000_s1034" name="Acrobat Document" showAsIcon="1" r:id="rId3" imgW="914400" imgH="771480" progId="AcroExch.Document.DC">
                  <p:embed/>
                </p:oleObj>
              </mc:Choice>
              <mc:Fallback>
                <p:oleObj name="Acrobat Document" showAsIcon="1" r:id="rId3" imgW="914400" imgH="771480" progId="AcroExch.Document.DC">
                  <p:embed/>
                  <p:pic>
                    <p:nvPicPr>
                      <p:cNvPr id="0" name=""/>
                      <p:cNvPicPr/>
                      <p:nvPr/>
                    </p:nvPicPr>
                    <p:blipFill>
                      <a:blip r:embed="rId4"/>
                      <a:stretch>
                        <a:fillRect/>
                      </a:stretch>
                    </p:blipFill>
                    <p:spPr>
                      <a:xfrm>
                        <a:off x="4317999" y="2736850"/>
                        <a:ext cx="2691057" cy="2270579"/>
                      </a:xfrm>
                      <a:prstGeom prst="rect">
                        <a:avLst/>
                      </a:prstGeom>
                    </p:spPr>
                  </p:pic>
                </p:oleObj>
              </mc:Fallback>
            </mc:AlternateContent>
          </a:graphicData>
        </a:graphic>
      </p:graphicFrame>
    </p:spTree>
    <p:extLst>
      <p:ext uri="{BB962C8B-B14F-4D97-AF65-F5344CB8AC3E}">
        <p14:creationId xmlns:p14="http://schemas.microsoft.com/office/powerpoint/2010/main" val="506028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CF1DE3-4D38-4BB5-9B9A-9B524463E5BD}"/>
              </a:ext>
            </a:extLst>
          </p:cNvPr>
          <p:cNvSpPr>
            <a:spLocks noGrp="1"/>
          </p:cNvSpPr>
          <p:nvPr>
            <p:ph type="title"/>
          </p:nvPr>
        </p:nvSpPr>
        <p:spPr>
          <a:xfrm>
            <a:off x="115910" y="110179"/>
            <a:ext cx="7262789" cy="796826"/>
          </a:xfrm>
        </p:spPr>
        <p:txBody>
          <a:bodyPr>
            <a:noAutofit/>
          </a:bodyPr>
          <a:lstStyle/>
          <a:p>
            <a:br>
              <a:rPr lang="en-US" dirty="0"/>
            </a:br>
            <a:r>
              <a:rPr lang="en-US" dirty="0"/>
              <a:t>Key People in Business and Offshore</a:t>
            </a:r>
            <a:br>
              <a:rPr lang="en-US" dirty="0"/>
            </a:br>
            <a:endParaRPr lang="en-IN" dirty="0"/>
          </a:p>
        </p:txBody>
      </p:sp>
      <p:sp>
        <p:nvSpPr>
          <p:cNvPr id="9" name="Date Placeholder 8">
            <a:extLst>
              <a:ext uri="{FF2B5EF4-FFF2-40B4-BE49-F238E27FC236}">
                <a16:creationId xmlns:a16="http://schemas.microsoft.com/office/drawing/2014/main" id="{F3653B68-F13E-4788-BD9B-59BEA1340DC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12168B2-A7CD-4CEA-AFA2-F98536A54A14}" type="datetime1">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1/24/2020</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 name="Footer Placeholder 9">
            <a:extLst>
              <a:ext uri="{FF2B5EF4-FFF2-40B4-BE49-F238E27FC236}">
                <a16:creationId xmlns:a16="http://schemas.microsoft.com/office/drawing/2014/main" id="{F9C0880A-1F0E-47E5-9562-E63D25F772A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rPr>
              <a:t>www.zensar.com | </a:t>
            </a:r>
            <a:r>
              <a:rPr kumimoji="0" lang="de-DE"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rPr>
              <a:t>© </a:t>
            </a:r>
            <a:r>
              <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rPr>
              <a:t>Zensar Technologies 2018</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tint val="75000"/>
                </a:srgbClr>
              </a:solidFill>
              <a:effectLst/>
              <a:uLnTx/>
              <a:uFillTx/>
              <a:latin typeface="Calibri" panose="020F0502020204030204"/>
              <a:ea typeface="+mn-ea"/>
              <a:cs typeface="+mn-cs"/>
            </a:endParaRPr>
          </a:p>
        </p:txBody>
      </p:sp>
      <p:sp>
        <p:nvSpPr>
          <p:cNvPr id="11" name="Slide Number Placeholder 10">
            <a:extLst>
              <a:ext uri="{FF2B5EF4-FFF2-40B4-BE49-F238E27FC236}">
                <a16:creationId xmlns:a16="http://schemas.microsoft.com/office/drawing/2014/main" id="{CED0AC5C-EE74-4086-86DB-1C90A8E77F6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A6ED64-E086-8F49-8C8D-88791C756DA0}"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grpSp>
        <p:nvGrpSpPr>
          <p:cNvPr id="12" name="Group 11"/>
          <p:cNvGrpSpPr/>
          <p:nvPr/>
        </p:nvGrpSpPr>
        <p:grpSpPr>
          <a:xfrm>
            <a:off x="1524081" y="1053370"/>
            <a:ext cx="9956719" cy="5100686"/>
            <a:chOff x="2647629" y="1789970"/>
            <a:chExt cx="9956719" cy="5100686"/>
          </a:xfrm>
        </p:grpSpPr>
        <p:sp>
          <p:nvSpPr>
            <p:cNvPr id="60" name="Rectangle 59"/>
            <p:cNvSpPr/>
            <p:nvPr/>
          </p:nvSpPr>
          <p:spPr>
            <a:xfrm>
              <a:off x="7638648" y="2933117"/>
              <a:ext cx="4965700" cy="39575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TWM/TWXX – </a:t>
              </a:r>
              <a:r>
                <a:rPr lang="en-US" sz="2000" dirty="0">
                  <a:solidFill>
                    <a:schemeClr val="tx1"/>
                  </a:solidFill>
                  <a:ea typeface="Verdana" panose="020B0604030504040204" pitchFamily="34" charset="0"/>
                  <a:cs typeface="Verdana" panose="020B0604030504040204" pitchFamily="34" charset="0"/>
                </a:rPr>
                <a:t>Shruti/Snehal/Rangnath</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BT – </a:t>
              </a:r>
              <a:r>
                <a:rPr lang="en-US" sz="2000" dirty="0">
                  <a:solidFill>
                    <a:schemeClr val="tx1"/>
                  </a:solidFill>
                  <a:ea typeface="Verdana" panose="020B0604030504040204" pitchFamily="34" charset="0"/>
                  <a:cs typeface="Verdana" panose="020B0604030504040204" pitchFamily="34" charset="0"/>
                </a:rPr>
                <a:t>Shruti/Rangnath  </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BOXIT – </a:t>
              </a:r>
              <a:r>
                <a:rPr lang="en-US" sz="2000" dirty="0">
                  <a:solidFill>
                    <a:schemeClr val="tx1"/>
                  </a:solidFill>
                  <a:ea typeface="Verdana" panose="020B0604030504040204" pitchFamily="34" charset="0"/>
                  <a:cs typeface="Verdana" panose="020B0604030504040204" pitchFamily="34" charset="0"/>
                </a:rPr>
                <a:t>Tabish</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TRIIO – </a:t>
              </a:r>
              <a:r>
                <a:rPr lang="en-US" sz="2000" dirty="0">
                  <a:solidFill>
                    <a:schemeClr val="tx1"/>
                  </a:solidFill>
                  <a:ea typeface="Verdana" panose="020B0604030504040204" pitchFamily="34" charset="0"/>
                </a:rPr>
                <a:t>Mahadev </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SCCP – </a:t>
              </a:r>
              <a:r>
                <a:rPr lang="en-US" sz="2000" dirty="0">
                  <a:solidFill>
                    <a:schemeClr val="tx1"/>
                  </a:solidFill>
                  <a:ea typeface="Verdana" panose="020B0604030504040204" pitchFamily="34" charset="0"/>
                </a:rPr>
                <a:t>Ashay/Priya/Mahadev</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EON – </a:t>
              </a:r>
              <a:r>
                <a:rPr lang="en-US" sz="2000" dirty="0">
                  <a:solidFill>
                    <a:schemeClr val="tx1"/>
                  </a:solidFill>
                  <a:ea typeface="Verdana" panose="020B0604030504040204" pitchFamily="34" charset="0"/>
                </a:rPr>
                <a:t>Shruti</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Tracker</a:t>
              </a:r>
              <a:r>
                <a:rPr lang="en-US" sz="2000" dirty="0">
                  <a:solidFill>
                    <a:schemeClr val="tx1"/>
                  </a:solidFill>
                  <a:ea typeface="Verdana" panose="020B0604030504040204" pitchFamily="34" charset="0"/>
                </a:rPr>
                <a:t> – Mahadev/Ashay/Priya</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TWDS – </a:t>
              </a:r>
              <a:r>
                <a:rPr lang="en-US" sz="2000" dirty="0">
                  <a:solidFill>
                    <a:schemeClr val="tx1"/>
                  </a:solidFill>
                  <a:ea typeface="Verdana" panose="020B0604030504040204" pitchFamily="34" charset="0"/>
                </a:rPr>
                <a:t>Shruti</a:t>
              </a:r>
              <a:endParaRPr lang="en-US" dirty="0">
                <a:solidFill>
                  <a:srgbClr val="FFFFFF"/>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90096F15-E6CB-4BC2-B5A4-12183ECF3153}"/>
                </a:ext>
              </a:extLst>
            </p:cNvPr>
            <p:cNvSpPr txBox="1"/>
            <p:nvPr/>
          </p:nvSpPr>
          <p:spPr>
            <a:xfrm>
              <a:off x="2647629" y="2512290"/>
              <a:ext cx="26048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5116C"/>
                  </a:solidFill>
                  <a:effectLst/>
                  <a:uLnTx/>
                  <a:uFillTx/>
                  <a:latin typeface="Calibri" panose="020F0502020204030204"/>
                  <a:ea typeface="Verdana" panose="020B0604030504040204" pitchFamily="34" charset="0"/>
                  <a:cs typeface="Verdana" panose="020B0604030504040204" pitchFamily="34" charset="0"/>
                </a:rPr>
                <a:t>Business</a:t>
              </a:r>
              <a:r>
                <a:rPr kumimoji="0" lang="en-US" sz="1800" b="1" i="0" u="none" strike="noStrike" kern="1200" cap="none" spc="0" normalizeH="0" baseline="0" noProof="0" dirty="0">
                  <a:ln>
                    <a:noFill/>
                  </a:ln>
                  <a:solidFill>
                    <a:srgbClr val="45116C"/>
                  </a:solidFill>
                  <a:effectLst/>
                  <a:uLnTx/>
                  <a:uFillTx/>
                  <a:latin typeface="Calibri" panose="020F0502020204030204"/>
                  <a:ea typeface="Verdana" panose="020B0604030504040204" pitchFamily="34" charset="0"/>
                  <a:cs typeface="Verdana" panose="020B0604030504040204" pitchFamily="34" charset="0"/>
                </a:rPr>
                <a:t> </a:t>
              </a:r>
            </a:p>
          </p:txBody>
        </p:sp>
        <p:sp>
          <p:nvSpPr>
            <p:cNvPr id="28" name="TextBox 27">
              <a:extLst>
                <a:ext uri="{FF2B5EF4-FFF2-40B4-BE49-F238E27FC236}">
                  <a16:creationId xmlns:a16="http://schemas.microsoft.com/office/drawing/2014/main" id="{0617DA97-A38B-4D4E-88DE-11BAA32A4A73}"/>
                </a:ext>
              </a:extLst>
            </p:cNvPr>
            <p:cNvSpPr txBox="1"/>
            <p:nvPr/>
          </p:nvSpPr>
          <p:spPr>
            <a:xfrm>
              <a:off x="8748517" y="2512290"/>
              <a:ext cx="2648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5116C"/>
                  </a:solidFill>
                  <a:effectLst/>
                  <a:uLnTx/>
                  <a:uFillTx/>
                  <a:latin typeface="Calibri" panose="020F0502020204030204"/>
                  <a:ea typeface="Verdana" panose="020B0604030504040204" pitchFamily="34" charset="0"/>
                  <a:cs typeface="Verdana" panose="020B0604030504040204" pitchFamily="34" charset="0"/>
                </a:rPr>
                <a:t>Zensar Offshore</a:t>
              </a:r>
            </a:p>
          </p:txBody>
        </p:sp>
        <p:cxnSp>
          <p:nvCxnSpPr>
            <p:cNvPr id="31" name="Elbow Connector 13">
              <a:extLst>
                <a:ext uri="{FF2B5EF4-FFF2-40B4-BE49-F238E27FC236}">
                  <a16:creationId xmlns:a16="http://schemas.microsoft.com/office/drawing/2014/main" id="{AF0B3338-B7B7-46AD-9E96-E7207E4E67B8}"/>
                </a:ext>
              </a:extLst>
            </p:cNvPr>
            <p:cNvCxnSpPr>
              <a:cxnSpLocks/>
            </p:cNvCxnSpPr>
            <p:nvPr/>
          </p:nvCxnSpPr>
          <p:spPr>
            <a:xfrm>
              <a:off x="7256016" y="2032170"/>
              <a:ext cx="3085087" cy="394797"/>
            </a:xfrm>
            <a:prstGeom prst="bentConnector2">
              <a:avLst/>
            </a:prstGeom>
            <a:ln w="19050">
              <a:solidFill>
                <a:schemeClr val="accent4"/>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13">
              <a:extLst>
                <a:ext uri="{FF2B5EF4-FFF2-40B4-BE49-F238E27FC236}">
                  <a16:creationId xmlns:a16="http://schemas.microsoft.com/office/drawing/2014/main" id="{AF0B3338-B7B7-46AD-9E96-E7207E4E67B8}"/>
                </a:ext>
              </a:extLst>
            </p:cNvPr>
            <p:cNvCxnSpPr>
              <a:cxnSpLocks/>
            </p:cNvCxnSpPr>
            <p:nvPr/>
          </p:nvCxnSpPr>
          <p:spPr>
            <a:xfrm rot="10800000" flipV="1">
              <a:off x="3886555" y="2056309"/>
              <a:ext cx="2098859" cy="441024"/>
            </a:xfrm>
            <a:prstGeom prst="bentConnector3">
              <a:avLst>
                <a:gd name="adj1" fmla="val 100035"/>
              </a:avLst>
            </a:prstGeom>
            <a:ln w="19050">
              <a:solidFill>
                <a:schemeClr val="accent4"/>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a:off x="5530225" y="4470400"/>
              <a:ext cx="2108423" cy="1270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E14BD4B-1CC5-444A-81F1-090D82B25532}"/>
                </a:ext>
              </a:extLst>
            </p:cNvPr>
            <p:cNvSpPr txBox="1"/>
            <p:nvPr/>
          </p:nvSpPr>
          <p:spPr>
            <a:xfrm>
              <a:off x="5985414" y="1789970"/>
              <a:ext cx="1987036" cy="502766"/>
            </a:xfrm>
            <a:prstGeom prst="rect">
              <a:avLst/>
            </a:prstGeom>
            <a:solidFill>
              <a:schemeClr val="accent1"/>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C00000"/>
                  </a:solidFill>
                  <a:effectLst/>
                  <a:uLnTx/>
                  <a:uFillTx/>
                  <a:latin typeface="Calibri" panose="020F0502020204030204"/>
                  <a:ea typeface="Arial Narrow" charset="0"/>
                  <a:cs typeface="Arial Narrow" charset="0"/>
                </a:rPr>
                <a:t>Contracts</a:t>
              </a:r>
            </a:p>
          </p:txBody>
        </p:sp>
        <p:sp>
          <p:nvSpPr>
            <p:cNvPr id="33" name="Rectangle 32"/>
            <p:cNvSpPr/>
            <p:nvPr/>
          </p:nvSpPr>
          <p:spPr>
            <a:xfrm>
              <a:off x="2647629" y="2994392"/>
              <a:ext cx="2882596" cy="36350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TWM/TWXX – </a:t>
              </a:r>
              <a:r>
                <a:rPr lang="en-US" sz="2000" dirty="0">
                  <a:solidFill>
                    <a:schemeClr val="tx1"/>
                  </a:solidFill>
                  <a:ea typeface="Verdana" panose="020B0604030504040204" pitchFamily="34" charset="0"/>
                  <a:cs typeface="Verdana" panose="020B0604030504040204" pitchFamily="34" charset="0"/>
                </a:rPr>
                <a:t>Craig</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BT – </a:t>
              </a:r>
              <a:r>
                <a:rPr kumimoji="0" lang="en-US" sz="2000" b="0" i="0" u="none" strike="noStrike" kern="1200" cap="none" spc="0" normalizeH="0" baseline="0" noProof="0" dirty="0">
                  <a:ln>
                    <a:noFill/>
                  </a:ln>
                  <a:solidFill>
                    <a:schemeClr val="tx1"/>
                  </a:solidFill>
                  <a:effectLst/>
                  <a:uLnTx/>
                  <a:uFillTx/>
                  <a:latin typeface="Calibri" panose="020F0502020204030204"/>
                  <a:ea typeface="Verdana" panose="020B0604030504040204" pitchFamily="34" charset="0"/>
                </a:rPr>
                <a:t>Arun</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TRIIO – </a:t>
              </a:r>
              <a:r>
                <a:rPr lang="en-US" sz="2000" dirty="0">
                  <a:solidFill>
                    <a:schemeClr val="tx1"/>
                  </a:solidFill>
                  <a:latin typeface="Calibri" panose="020F0502020204030204"/>
                  <a:ea typeface="Verdana" panose="020B0604030504040204" pitchFamily="34" charset="0"/>
                  <a:cs typeface="+mn-cs"/>
                </a:rPr>
                <a:t>Philip  </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SCCP – </a:t>
              </a:r>
              <a:r>
                <a:rPr lang="en-US" sz="2000" dirty="0">
                  <a:solidFill>
                    <a:schemeClr val="tx1"/>
                  </a:solidFill>
                  <a:latin typeface="Calibri" panose="020F0502020204030204"/>
                  <a:ea typeface="Verdana" panose="020B0604030504040204" pitchFamily="34" charset="0"/>
                </a:rPr>
                <a:t>Kate</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EON – </a:t>
              </a:r>
              <a:r>
                <a:rPr lang="en-US" sz="2000" dirty="0">
                  <a:solidFill>
                    <a:schemeClr val="tx1"/>
                  </a:solidFill>
                  <a:latin typeface="Calibri" panose="020F0502020204030204"/>
                  <a:ea typeface="Verdana" panose="020B0604030504040204" pitchFamily="34" charset="0"/>
                </a:rPr>
                <a:t>Daniel/ Trevor</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Tracker</a:t>
              </a:r>
              <a:r>
                <a:rPr kumimoji="0" lang="en-US" sz="2000" b="0" i="0" u="none" strike="noStrike" kern="1200" cap="none" spc="0" normalizeH="0" baseline="0" noProof="0" dirty="0">
                  <a:ln>
                    <a:noFill/>
                  </a:ln>
                  <a:solidFill>
                    <a:schemeClr val="tx1"/>
                  </a:solidFill>
                  <a:effectLst/>
                  <a:uLnTx/>
                  <a:uFillTx/>
                  <a:latin typeface="Calibri" panose="020F0502020204030204"/>
                  <a:ea typeface="Verdana" panose="020B0604030504040204" pitchFamily="34" charset="0"/>
                  <a:cs typeface="+mn-cs"/>
                </a:rPr>
                <a:t> – Derek/ Daryl</a:t>
              </a:r>
            </a:p>
            <a:p>
              <a:pPr marL="342900" lvl="0" indent="-342900">
                <a:lnSpc>
                  <a:spcPct val="150000"/>
                </a:lnSpc>
                <a:buFont typeface="Arial" panose="020B0604020202020204" pitchFamily="34" charset="0"/>
                <a:buChar char="•"/>
                <a:defRPr/>
              </a:pPr>
              <a:r>
                <a:rPr lang="en-US" sz="2000" b="1" dirty="0">
                  <a:solidFill>
                    <a:srgbClr val="45116C"/>
                  </a:solidFill>
                  <a:ea typeface="Verdana" panose="020B0604030504040204" pitchFamily="34" charset="0"/>
                  <a:cs typeface="Verdana" panose="020B0604030504040204" pitchFamily="34" charset="0"/>
                </a:rPr>
                <a:t>TWDS – </a:t>
              </a:r>
              <a:r>
                <a:rPr kumimoji="0" lang="en-US" sz="2000" b="0" i="0" u="none" strike="noStrike" kern="1200" cap="none" spc="0" normalizeH="0" baseline="0" noProof="0" dirty="0">
                  <a:ln>
                    <a:noFill/>
                  </a:ln>
                  <a:solidFill>
                    <a:schemeClr val="tx1"/>
                  </a:solidFill>
                  <a:effectLst/>
                  <a:uLnTx/>
                  <a:uFillTx/>
                  <a:latin typeface="Calibri" panose="020F0502020204030204"/>
                  <a:ea typeface="Verdana" panose="020B0604030504040204" pitchFamily="34" charset="0"/>
                  <a:cs typeface="+mn-cs"/>
                </a:rPr>
                <a:t>Catherine</a:t>
              </a: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11470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B33075-42AA-41C7-A9A4-6494D6170C67}" type="datetime1">
              <a:rPr lang="en-US" smtClean="0"/>
              <a:t>1/24/2020</a:t>
            </a:fld>
            <a:endParaRPr lang="en-US" dirty="0"/>
          </a:p>
        </p:txBody>
      </p:sp>
      <p:sp>
        <p:nvSpPr>
          <p:cNvPr id="3" name="Footer Placeholder 2"/>
          <p:cNvSpPr>
            <a:spLocks noGrp="1"/>
          </p:cNvSpPr>
          <p:nvPr>
            <p:ph type="ftr" sz="quarter" idx="11"/>
          </p:nvPr>
        </p:nvSpPr>
        <p:spPr/>
        <p:txBody>
          <a:bodyPr/>
          <a:lstStyle/>
          <a:p>
            <a:endParaRPr lang="en-US"/>
          </a:p>
          <a:p>
            <a:r>
              <a:rPr lang="en-US"/>
              <a:t>www.zensar.com | </a:t>
            </a:r>
            <a:r>
              <a:rPr lang="de-DE"/>
              <a:t>© </a:t>
            </a:r>
            <a:r>
              <a:rPr lang="en-US"/>
              <a:t>Zensar Technologies 2018</a:t>
            </a:r>
          </a:p>
          <a:p>
            <a:endParaRPr lang="en-US" dirty="0"/>
          </a:p>
        </p:txBody>
      </p:sp>
      <p:sp>
        <p:nvSpPr>
          <p:cNvPr id="4" name="Slide Number Placeholder 3"/>
          <p:cNvSpPr>
            <a:spLocks noGrp="1"/>
          </p:cNvSpPr>
          <p:nvPr>
            <p:ph type="sldNum" sz="quarter" idx="12"/>
          </p:nvPr>
        </p:nvSpPr>
        <p:spPr/>
        <p:txBody>
          <a:bodyPr/>
          <a:lstStyle/>
          <a:p>
            <a:fld id="{9AA6ED64-E086-8F49-8C8D-88791C756DA0}" type="slidenum">
              <a:rPr lang="en-US" smtClean="0"/>
              <a:pPr/>
              <a:t>10</a:t>
            </a:fld>
            <a:endParaRPr lang="en-US"/>
          </a:p>
        </p:txBody>
      </p:sp>
    </p:spTree>
    <p:extLst>
      <p:ext uri="{BB962C8B-B14F-4D97-AF65-F5344CB8AC3E}">
        <p14:creationId xmlns:p14="http://schemas.microsoft.com/office/powerpoint/2010/main" val="708413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3">
      <a:dk1>
        <a:srgbClr val="000000"/>
      </a:dk1>
      <a:lt1>
        <a:srgbClr val="FFFFFF"/>
      </a:lt1>
      <a:dk2>
        <a:srgbClr val="666666"/>
      </a:dk2>
      <a:lt2>
        <a:srgbClr val="CCCCCC"/>
      </a:lt2>
      <a:accent1>
        <a:srgbClr val="FFFFFF"/>
      </a:accent1>
      <a:accent2>
        <a:srgbClr val="D8D8D8"/>
      </a:accent2>
      <a:accent3>
        <a:srgbClr val="4A4B53"/>
      </a:accent3>
      <a:accent4>
        <a:srgbClr val="330866"/>
      </a:accent4>
      <a:accent5>
        <a:srgbClr val="8A0005"/>
      </a:accent5>
      <a:accent6>
        <a:srgbClr val="B90007"/>
      </a:accent6>
      <a:hlink>
        <a:srgbClr val="3F3F3F"/>
      </a:hlink>
      <a:folHlink>
        <a:srgbClr val="A3A3A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365</Words>
  <Application>Microsoft Office PowerPoint</Application>
  <PresentationFormat>Widescreen</PresentationFormat>
  <Paragraphs>151</Paragraphs>
  <Slides>10</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20" baseType="lpstr">
      <vt:lpstr>Arial</vt:lpstr>
      <vt:lpstr>Arial Narrow</vt:lpstr>
      <vt:lpstr>Calibri</vt:lpstr>
      <vt:lpstr>Calibri Light</vt:lpstr>
      <vt:lpstr>Verdana</vt:lpstr>
      <vt:lpstr>Wingdings</vt:lpstr>
      <vt:lpstr>ヒラギノ角ゴ Pro W3</vt:lpstr>
      <vt:lpstr>Office Theme</vt:lpstr>
      <vt:lpstr>1_Office Theme</vt:lpstr>
      <vt:lpstr>Adobe Acrobat Document</vt:lpstr>
      <vt:lpstr>Morrison Group Services</vt:lpstr>
      <vt:lpstr> Morrison Group Services Overview </vt:lpstr>
      <vt:lpstr>MGS Overview </vt:lpstr>
      <vt:lpstr>Salesforce Organizations and respective contracts</vt:lpstr>
      <vt:lpstr> Major Applications Supported as per work inflow  </vt:lpstr>
      <vt:lpstr>TW Contract for Beginner</vt:lpstr>
      <vt:lpstr>TW Contract for Developers</vt:lpstr>
      <vt:lpstr> Typical SR flow for Zensar </vt:lpstr>
      <vt:lpstr> Key People in Business and Offshore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Morrison Group Services</dc:title>
  <dc:creator>Trupti Verma</dc:creator>
  <cp:lastModifiedBy>Trupti Verma</cp:lastModifiedBy>
  <cp:revision>53</cp:revision>
  <dcterms:created xsi:type="dcterms:W3CDTF">2019-12-05T17:52:25Z</dcterms:created>
  <dcterms:modified xsi:type="dcterms:W3CDTF">2020-01-24T09:41:07Z</dcterms:modified>
</cp:coreProperties>
</file>